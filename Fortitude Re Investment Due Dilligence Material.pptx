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21" r:id="rId5"/>
  </p:sldMasterIdLst>
  <p:notesMasterIdLst>
    <p:notesMasterId r:id="rId13"/>
  </p:notesMasterIdLst>
  <p:handoutMasterIdLst>
    <p:handoutMasterId r:id="rId14"/>
  </p:handoutMasterIdLst>
  <p:sldIdLst>
    <p:sldId id="2147483174" r:id="rId6"/>
    <p:sldId id="2147483175" r:id="rId7"/>
    <p:sldId id="2147483176" r:id="rId8"/>
    <p:sldId id="2147483180" r:id="rId9"/>
    <p:sldId id="2147483181" r:id="rId10"/>
    <p:sldId id="2147483182" r:id="rId11"/>
    <p:sldId id="2147483183" r:id="rId12"/>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8887F08-4BD6-C2D2-894F-D39139EC7AA0}" name="Max He" initials="MH" userId="S::zhenglong.he@fortitude-re.com::65311e49-2e2a-4aba-a915-dbe99fa9a372" providerId="AD"/>
  <p188:author id="{1FD1D026-2526-65BB-DFFA-19C33EFA16B3}" name="Jeff Mauro" initials="JM" userId="S::jeffrey.mauro@fortitude-re.com::4b70a4e8-cf7f-4060-a5af-5b5a75240808" providerId="AD"/>
  <p188:author id="{C5A6042F-C81F-C3F5-449B-73FE77E38FAA}" name="Jinney Kim" initials="JK" userId="S::jinney.kim@fortitude-re.com::0cc180a9-6282-4d3a-ac0e-a82a6e78fedd" providerId="AD"/>
  <p188:author id="{B9F6373C-16EC-0FD2-2EFF-B639F469C316}" name="Alan Stewart" initials="AS" userId="S::alan.stewart@fortitude-re.com::aa30a29e-2ca6-4f84-9826-900310b74d12" providerId="AD"/>
  <p188:author id="{5EE73D42-3401-72FA-33B8-60C16201BA62}" name="Chirag Kadian" initials="CK" userId="S::chirag.kadian@fortitude-re.com::2515606c-185a-4a7e-8b96-f0820b12e79f" providerId="AD"/>
  <p188:author id="{77BA105C-45A9-58F5-B652-34498190391D}" name="Scott Landry" initials="SL" userId="S::scott.landry@fortitude-re.com::c725f8e9-01e9-4d13-9df1-017c502ee9b9" providerId="AD"/>
  <p188:author id="{9055D669-C935-F2E0-A1D0-C5574F40B9EA}" name="Liam Carroll" initials="LC" userId="S::liam.carroll@fortitude-re.com::f26f0226-ac65-41e5-9a68-0d295baf8ae9" providerId="AD"/>
  <p188:author id="{E244D86A-66AB-3F09-EDA2-402E6D729BA1}" name="Mark Retik" initials="MR" userId="S::mark.retik@fortitude-re.com::573093f5-e099-4965-8c0c-e3420159c120" providerId="AD"/>
  <p188:author id="{06E0C58F-3709-4375-418C-B3FD40C92521}" name="Sourav Sengupta" initials="SS" userId="S::sourav.sengupta@fortitude-re.com::968029a3-aa66-4b00-bfb5-7a497b698ad6" providerId="AD"/>
  <p188:author id="{634B0397-87C8-051F-9825-019C315E9662}" name="Steve Brown" initials="SB" userId="S::steve.brown@fortitude-re.com::c0f8aa23-0060-4f30-8916-e0e31702f043" providerId="AD"/>
  <p188:author id="{60432ECE-6BD7-6250-1E69-06CCFE7B56E2}" name="Evan Booher" initials="EB" userId="S::evan.booher@fortitude-re.com::0306eae6-8071-4b86-a001-587cb40773b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4D74"/>
    <a:srgbClr val="1D6571"/>
    <a:srgbClr val="43B3E6"/>
    <a:srgbClr val="000000"/>
    <a:srgbClr val="002060"/>
    <a:srgbClr val="D9D9D9"/>
    <a:srgbClr val="F2F2F2"/>
    <a:srgbClr val="EBEDEF"/>
    <a:srgbClr val="647E7E"/>
    <a:srgbClr val="A1D9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2886"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tags" Target="tags/tag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84B3296-1FE6-46DA-A270-3FD7285D59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C64E20C-7ACF-4A37-AE6D-D6892A6EAED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2ECD6D-CECA-4548-9F58-A92FE7523251}" type="datetimeFigureOut">
              <a:rPr lang="en-US" smtClean="0"/>
              <a:t>11/29/2025</a:t>
            </a:fld>
            <a:endParaRPr lang="en-US"/>
          </a:p>
        </p:txBody>
      </p:sp>
      <p:sp>
        <p:nvSpPr>
          <p:cNvPr id="4" name="Footer Placeholder 3">
            <a:extLst>
              <a:ext uri="{FF2B5EF4-FFF2-40B4-BE49-F238E27FC236}">
                <a16:creationId xmlns:a16="http://schemas.microsoft.com/office/drawing/2014/main" id="{075B0123-C201-4153-A290-8AFFC26EEA7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05F99ED-E506-471A-8A31-AD601192E56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E894F3-F881-40CB-9367-34FC19BEA8CC}" type="slidenum">
              <a:rPr lang="en-US" smtClean="0"/>
              <a:t>‹#›</a:t>
            </a:fld>
            <a:endParaRPr lang="en-US"/>
          </a:p>
        </p:txBody>
      </p:sp>
    </p:spTree>
    <p:extLst>
      <p:ext uri="{BB962C8B-B14F-4D97-AF65-F5344CB8AC3E}">
        <p14:creationId xmlns:p14="http://schemas.microsoft.com/office/powerpoint/2010/main" val="20555402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76F258-D51A-4F0C-960D-77140547990D}" type="datetimeFigureOut">
              <a:rPr lang="en-US" smtClean="0"/>
              <a:t>11/29/2025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FFE26A-2286-4A67-90D3-7BA8757C37E4}" type="slidenum">
              <a:rPr lang="en-US" smtClean="0"/>
              <a:t>‹#›</a:t>
            </a:fld>
            <a:endParaRPr lang="en-US"/>
          </a:p>
        </p:txBody>
      </p:sp>
    </p:spTree>
    <p:extLst>
      <p:ext uri="{BB962C8B-B14F-4D97-AF65-F5344CB8AC3E}">
        <p14:creationId xmlns:p14="http://schemas.microsoft.com/office/powerpoint/2010/main" val="4040696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FFE26A-2286-4A67-90D3-7BA8757C37E4}" type="slidenum">
              <a:rPr lang="en-US" smtClean="0"/>
              <a:t>2</a:t>
            </a:fld>
            <a:endParaRPr lang="en-US"/>
          </a:p>
        </p:txBody>
      </p:sp>
    </p:spTree>
    <p:extLst>
      <p:ext uri="{BB962C8B-B14F-4D97-AF65-F5344CB8AC3E}">
        <p14:creationId xmlns:p14="http://schemas.microsoft.com/office/powerpoint/2010/main" val="577611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66C2F-2D6F-850E-A9BF-5735C9C6D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E5E85E-E19F-E33C-7907-AEC69B93A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ECF68-2FC0-BF19-F8B8-D6B63FACE9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8BE33D-C9E4-9CE5-5B5A-AF8FF15581E0}"/>
              </a:ext>
            </a:extLst>
          </p:cNvPr>
          <p:cNvSpPr>
            <a:spLocks noGrp="1"/>
          </p:cNvSpPr>
          <p:nvPr>
            <p:ph type="sldNum" sz="quarter" idx="5"/>
          </p:nvPr>
        </p:nvSpPr>
        <p:spPr/>
        <p:txBody>
          <a:bodyPr/>
          <a:lstStyle/>
          <a:p>
            <a:fld id="{51FFE26A-2286-4A67-90D3-7BA8757C37E4}" type="slidenum">
              <a:rPr lang="en-US" smtClean="0"/>
              <a:t>3</a:t>
            </a:fld>
            <a:endParaRPr lang="en-US"/>
          </a:p>
        </p:txBody>
      </p:sp>
    </p:spTree>
    <p:extLst>
      <p:ext uri="{BB962C8B-B14F-4D97-AF65-F5344CB8AC3E}">
        <p14:creationId xmlns:p14="http://schemas.microsoft.com/office/powerpoint/2010/main" val="40115776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vmlDrawing" Target="../drawings/vmlDrawing2.v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3.vml"/><Relationship Id="rId5" Type="http://schemas.openxmlformats.org/officeDocument/2006/relationships/image" Target="../media/image4.emf"/><Relationship Id="rId4" Type="http://schemas.openxmlformats.org/officeDocument/2006/relationships/oleObject" Target="../embeddings/oleObject3.bin"/></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 Dk Blue Box">
    <p:spTree>
      <p:nvGrpSpPr>
        <p:cNvPr id="1" name=""/>
        <p:cNvGrpSpPr/>
        <p:nvPr/>
      </p:nvGrpSpPr>
      <p:grpSpPr>
        <a:xfrm>
          <a:off x="0" y="0"/>
          <a:ext cx="0" cy="0"/>
          <a:chOff x="0" y="0"/>
          <a:chExt cx="0" cy="0"/>
        </a:xfrm>
      </p:grpSpPr>
      <p:sp>
        <p:nvSpPr>
          <p:cNvPr id="4" name="AutoShape 3">
            <a:extLst>
              <a:ext uri="{FF2B5EF4-FFF2-40B4-BE49-F238E27FC236}">
                <a16:creationId xmlns:a16="http://schemas.microsoft.com/office/drawing/2014/main" id="{57CC6C01-DC9C-1A89-A030-8F6F8CFCBB4E}"/>
              </a:ext>
            </a:extLst>
          </p:cNvPr>
          <p:cNvSpPr/>
          <p:nvPr userDrawn="1"/>
        </p:nvSpPr>
        <p:spPr>
          <a:xfrm rot="5400000">
            <a:off x="4368800" y="-2616199"/>
            <a:ext cx="3454402" cy="12192002"/>
          </a:xfrm>
          <a:prstGeom prst="rect">
            <a:avLst/>
          </a:prstGeom>
          <a:gradFill flip="none" rotWithShape="1">
            <a:gsLst>
              <a:gs pos="100000">
                <a:schemeClr val="tx1"/>
              </a:gs>
              <a:gs pos="15000">
                <a:schemeClr val="accent2"/>
              </a:gs>
            </a:gsLst>
            <a:lin ang="5400000" scaled="0"/>
            <a:tileRect/>
          </a:gradFill>
        </p:spPr>
        <p:txBody>
          <a:bodyPr/>
          <a:lstStyle/>
          <a:p>
            <a:endParaRPr lang="en-US"/>
          </a:p>
        </p:txBody>
      </p:sp>
      <p:sp>
        <p:nvSpPr>
          <p:cNvPr id="8" name="AutoShape 3">
            <a:extLst>
              <a:ext uri="{FF2B5EF4-FFF2-40B4-BE49-F238E27FC236}">
                <a16:creationId xmlns:a16="http://schemas.microsoft.com/office/drawing/2014/main" id="{4EB05785-B31C-4E3E-2247-FFA7D8C496CD}"/>
              </a:ext>
            </a:extLst>
          </p:cNvPr>
          <p:cNvSpPr/>
          <p:nvPr userDrawn="1"/>
        </p:nvSpPr>
        <p:spPr>
          <a:xfrm rot="5400000">
            <a:off x="6073140" y="-5387340"/>
            <a:ext cx="45719" cy="12192002"/>
          </a:xfrm>
          <a:prstGeom prst="rect">
            <a:avLst/>
          </a:prstGeom>
          <a:solidFill>
            <a:schemeClr val="accent2"/>
          </a:solidFill>
        </p:spPr>
        <p:txBody>
          <a:bodyPr/>
          <a:lstStyle/>
          <a:p>
            <a:endParaRPr lang="en-US"/>
          </a:p>
        </p:txBody>
      </p:sp>
      <p:sp>
        <p:nvSpPr>
          <p:cNvPr id="9" name="AutoShape 3">
            <a:extLst>
              <a:ext uri="{FF2B5EF4-FFF2-40B4-BE49-F238E27FC236}">
                <a16:creationId xmlns:a16="http://schemas.microsoft.com/office/drawing/2014/main" id="{5E0BC51B-6F4F-A05F-233E-CD0B336EDE81}"/>
              </a:ext>
            </a:extLst>
          </p:cNvPr>
          <p:cNvSpPr/>
          <p:nvPr userDrawn="1"/>
        </p:nvSpPr>
        <p:spPr>
          <a:xfrm rot="5400000">
            <a:off x="6073141" y="22859"/>
            <a:ext cx="45719" cy="12192002"/>
          </a:xfrm>
          <a:prstGeom prst="rect">
            <a:avLst/>
          </a:prstGeom>
          <a:solidFill>
            <a:schemeClr val="accent2"/>
          </a:solidFill>
        </p:spPr>
        <p:txBody>
          <a:bodyPr/>
          <a:lstStyle/>
          <a:p>
            <a:endParaRPr lang="en-US"/>
          </a:p>
        </p:txBody>
      </p:sp>
      <p:sp>
        <p:nvSpPr>
          <p:cNvPr id="10" name="Freeform 4">
            <a:extLst>
              <a:ext uri="{FF2B5EF4-FFF2-40B4-BE49-F238E27FC236}">
                <a16:creationId xmlns:a16="http://schemas.microsoft.com/office/drawing/2014/main" id="{DFC55186-DACA-7233-1499-6C571438D0C2}"/>
              </a:ext>
            </a:extLst>
          </p:cNvPr>
          <p:cNvSpPr/>
          <p:nvPr userDrawn="1"/>
        </p:nvSpPr>
        <p:spPr>
          <a:xfrm>
            <a:off x="9118949" y="6330971"/>
            <a:ext cx="2502980" cy="344466"/>
          </a:xfrm>
          <a:custGeom>
            <a:avLst/>
            <a:gdLst/>
            <a:ahLst/>
            <a:cxnLst/>
            <a:rect l="l" t="t" r="r" b="b"/>
            <a:pathLst>
              <a:path w="2910083" h="402687">
                <a:moveTo>
                  <a:pt x="0" y="0"/>
                </a:moveTo>
                <a:lnTo>
                  <a:pt x="2910083" y="0"/>
                </a:lnTo>
                <a:lnTo>
                  <a:pt x="2910083" y="402687"/>
                </a:lnTo>
                <a:lnTo>
                  <a:pt x="0" y="4026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 name="Title 1">
            <a:extLst>
              <a:ext uri="{FF2B5EF4-FFF2-40B4-BE49-F238E27FC236}">
                <a16:creationId xmlns:a16="http://schemas.microsoft.com/office/drawing/2014/main" id="{0716E463-8BE4-5A2D-931F-3B3D05A44340}"/>
              </a:ext>
            </a:extLst>
          </p:cNvPr>
          <p:cNvSpPr>
            <a:spLocks noGrp="1"/>
          </p:cNvSpPr>
          <p:nvPr>
            <p:ph type="ctrTitle"/>
          </p:nvPr>
        </p:nvSpPr>
        <p:spPr>
          <a:xfrm>
            <a:off x="2929469" y="2099469"/>
            <a:ext cx="6333064" cy="1373981"/>
          </a:xfrm>
        </p:spPr>
        <p:txBody>
          <a:bodyPr anchor="b">
            <a:normAutofit/>
          </a:bodyPr>
          <a:lstStyle>
            <a:lvl1pPr algn="ctr">
              <a:defRPr sz="32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D18D5279-FB10-55E7-F629-FDDE2658AD00}"/>
              </a:ext>
            </a:extLst>
          </p:cNvPr>
          <p:cNvSpPr>
            <a:spLocks noGrp="1"/>
          </p:cNvSpPr>
          <p:nvPr>
            <p:ph type="subTitle" idx="1"/>
          </p:nvPr>
        </p:nvSpPr>
        <p:spPr>
          <a:xfrm>
            <a:off x="2912535" y="3608388"/>
            <a:ext cx="6366932" cy="12112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AutoShape 3">
            <a:extLst>
              <a:ext uri="{FF2B5EF4-FFF2-40B4-BE49-F238E27FC236}">
                <a16:creationId xmlns:a16="http://schemas.microsoft.com/office/drawing/2014/main" id="{0EA9323D-8D67-1BD1-F658-7E6A3DD88587}"/>
              </a:ext>
            </a:extLst>
          </p:cNvPr>
          <p:cNvSpPr/>
          <p:nvPr userDrawn="1"/>
        </p:nvSpPr>
        <p:spPr>
          <a:xfrm rot="5400000">
            <a:off x="6073141" y="48260"/>
            <a:ext cx="45720" cy="6908801"/>
          </a:xfrm>
          <a:prstGeom prst="rect">
            <a:avLst/>
          </a:prstGeom>
          <a:solidFill>
            <a:schemeClr val="bg2"/>
          </a:solidFill>
        </p:spPr>
        <p:txBody>
          <a:bodyPr/>
          <a:lstStyle/>
          <a:p>
            <a:endParaRPr lang="en-US"/>
          </a:p>
        </p:txBody>
      </p:sp>
    </p:spTree>
    <p:extLst>
      <p:ext uri="{BB962C8B-B14F-4D97-AF65-F5344CB8AC3E}">
        <p14:creationId xmlns:p14="http://schemas.microsoft.com/office/powerpoint/2010/main" val="2876267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ong title">
    <p:spTree>
      <p:nvGrpSpPr>
        <p:cNvPr id="1" name=""/>
        <p:cNvGrpSpPr/>
        <p:nvPr/>
      </p:nvGrpSpPr>
      <p:grpSpPr>
        <a:xfrm>
          <a:off x="0" y="0"/>
          <a:ext cx="0" cy="0"/>
          <a:chOff x="0" y="0"/>
          <a:chExt cx="0" cy="0"/>
        </a:xfrm>
      </p:grpSpPr>
      <p:sp>
        <p:nvSpPr>
          <p:cNvPr id="7" name="Title 12">
            <a:extLst>
              <a:ext uri="{FF2B5EF4-FFF2-40B4-BE49-F238E27FC236}">
                <a16:creationId xmlns:a16="http://schemas.microsoft.com/office/drawing/2014/main" id="{8A13C4A1-C3A3-FC3E-3DBD-D7BF1A3E5894}"/>
              </a:ext>
            </a:extLst>
          </p:cNvPr>
          <p:cNvSpPr>
            <a:spLocks noGrp="1"/>
          </p:cNvSpPr>
          <p:nvPr>
            <p:ph type="title"/>
          </p:nvPr>
        </p:nvSpPr>
        <p:spPr>
          <a:xfrm>
            <a:off x="403335" y="547474"/>
            <a:ext cx="11525906" cy="705838"/>
          </a:xfrm>
          <a:prstGeom prst="rect">
            <a:avLst/>
          </a:prstGeom>
        </p:spPr>
        <p:txBody>
          <a:bodyPr vert="horz" lIns="0" tIns="0" rIns="0" bIns="0" rtlCol="0" anchor="b" anchorCtr="0">
            <a:noAutofit/>
          </a:bodyPr>
          <a:lstStyle>
            <a:lvl1pPr>
              <a:defRPr lang="en-US" sz="2800" dirty="0">
                <a:solidFill>
                  <a:schemeClr val="tx2"/>
                </a:solidFill>
              </a:defRPr>
            </a:lvl1pPr>
          </a:lstStyle>
          <a:p>
            <a:pPr lvl="0"/>
            <a:r>
              <a:rPr lang="en-US"/>
              <a:t>Click to edit Master title style</a:t>
            </a:r>
          </a:p>
        </p:txBody>
      </p:sp>
      <p:grpSp>
        <p:nvGrpSpPr>
          <p:cNvPr id="9" name="Group 8">
            <a:extLst>
              <a:ext uri="{FF2B5EF4-FFF2-40B4-BE49-F238E27FC236}">
                <a16:creationId xmlns:a16="http://schemas.microsoft.com/office/drawing/2014/main" id="{B01D4D07-3A54-E385-B8AC-6D907F88AA27}"/>
              </a:ext>
            </a:extLst>
          </p:cNvPr>
          <p:cNvGrpSpPr/>
          <p:nvPr userDrawn="1"/>
        </p:nvGrpSpPr>
        <p:grpSpPr>
          <a:xfrm>
            <a:off x="0" y="0"/>
            <a:ext cx="206477" cy="6908801"/>
            <a:chOff x="0" y="0"/>
            <a:chExt cx="206477" cy="6908801"/>
          </a:xfrm>
        </p:grpSpPr>
        <p:sp>
          <p:nvSpPr>
            <p:cNvPr id="10" name="AutoShape 3">
              <a:extLst>
                <a:ext uri="{FF2B5EF4-FFF2-40B4-BE49-F238E27FC236}">
                  <a16:creationId xmlns:a16="http://schemas.microsoft.com/office/drawing/2014/main" id="{2CF5205F-AD35-D0A2-6F20-43589B0429E6}"/>
                </a:ext>
              </a:extLst>
            </p:cNvPr>
            <p:cNvSpPr/>
            <p:nvPr userDrawn="1"/>
          </p:nvSpPr>
          <p:spPr>
            <a:xfrm flipH="1">
              <a:off x="0" y="0"/>
              <a:ext cx="206477" cy="6858000"/>
            </a:xfrm>
            <a:prstGeom prst="rect">
              <a:avLst/>
            </a:prstGeom>
            <a:solidFill>
              <a:schemeClr val="accent2"/>
            </a:solidFill>
          </p:spPr>
          <p:txBody>
            <a:bodyPr/>
            <a:lstStyle/>
            <a:p>
              <a:endParaRPr lang="en-US"/>
            </a:p>
          </p:txBody>
        </p:sp>
        <p:sp>
          <p:nvSpPr>
            <p:cNvPr id="11" name="AutoShape 3">
              <a:extLst>
                <a:ext uri="{FF2B5EF4-FFF2-40B4-BE49-F238E27FC236}">
                  <a16:creationId xmlns:a16="http://schemas.microsoft.com/office/drawing/2014/main" id="{239DE24E-FF69-CC7A-6B58-B23683FE8A65}"/>
                </a:ext>
              </a:extLst>
            </p:cNvPr>
            <p:cNvSpPr/>
            <p:nvPr userDrawn="1"/>
          </p:nvSpPr>
          <p:spPr>
            <a:xfrm>
              <a:off x="0" y="0"/>
              <a:ext cx="45720" cy="6908801"/>
            </a:xfrm>
            <a:prstGeom prst="rect">
              <a:avLst/>
            </a:prstGeom>
            <a:solidFill>
              <a:schemeClr val="bg2"/>
            </a:solidFill>
          </p:spPr>
          <p:txBody>
            <a:bodyPr/>
            <a:lstStyle/>
            <a:p>
              <a:endParaRPr lang="en-US"/>
            </a:p>
          </p:txBody>
        </p:sp>
      </p:grpSp>
      <p:sp>
        <p:nvSpPr>
          <p:cNvPr id="3" name="TextBox 2">
            <a:extLst>
              <a:ext uri="{FF2B5EF4-FFF2-40B4-BE49-F238E27FC236}">
                <a16:creationId xmlns:a16="http://schemas.microsoft.com/office/drawing/2014/main" id="{D0CA65A8-E5AE-9C44-216B-B87C4C8EF28F}"/>
              </a:ext>
            </a:extLst>
          </p:cNvPr>
          <p:cNvSpPr txBox="1"/>
          <p:nvPr userDrawn="1"/>
        </p:nvSpPr>
        <p:spPr>
          <a:xfrm>
            <a:off x="9216152" y="72129"/>
            <a:ext cx="2531462" cy="215444"/>
          </a:xfrm>
          <a:prstGeom prst="rect">
            <a:avLst/>
          </a:prstGeom>
          <a:noFill/>
        </p:spPr>
        <p:txBody>
          <a:bodyPr wrap="none" rtlCol="0">
            <a:spAutoFit/>
          </a:bodyPr>
          <a:lstStyle/>
          <a:p>
            <a:r>
              <a:rPr lang="en-US" sz="800">
                <a:latin typeface="Arial" panose="020B0604020202020204" pitchFamily="34" charset="0"/>
                <a:cs typeface="Arial" panose="020B0604020202020204" pitchFamily="34" charset="0"/>
              </a:rPr>
              <a:t>TRADE SECRET AND STRICTLY CONFIDENTIAL</a:t>
            </a:r>
          </a:p>
        </p:txBody>
      </p:sp>
    </p:spTree>
    <p:extLst>
      <p:ext uri="{BB962C8B-B14F-4D97-AF65-F5344CB8AC3E}">
        <p14:creationId xmlns:p14="http://schemas.microsoft.com/office/powerpoint/2010/main" val="2707409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ata Table">
    <p:spTree>
      <p:nvGrpSpPr>
        <p:cNvPr id="1" name=""/>
        <p:cNvGrpSpPr/>
        <p:nvPr/>
      </p:nvGrpSpPr>
      <p:grpSpPr>
        <a:xfrm>
          <a:off x="0" y="0"/>
          <a:ext cx="0" cy="0"/>
          <a:chOff x="0" y="0"/>
          <a:chExt cx="0" cy="0"/>
        </a:xfrm>
      </p:grpSpPr>
      <p:graphicFrame>
        <p:nvGraphicFramePr>
          <p:cNvPr id="5" name="Table 14">
            <a:extLst>
              <a:ext uri="{FF2B5EF4-FFF2-40B4-BE49-F238E27FC236}">
                <a16:creationId xmlns:a16="http://schemas.microsoft.com/office/drawing/2014/main" id="{20CA084D-BD4E-999C-80EF-48948B40D32D}"/>
              </a:ext>
            </a:extLst>
          </p:cNvPr>
          <p:cNvGraphicFramePr>
            <a:graphicFrameLocks/>
          </p:cNvGraphicFramePr>
          <p:nvPr userDrawn="1">
            <p:extLst>
              <p:ext uri="{D42A27DB-BD31-4B8C-83A1-F6EECF244321}">
                <p14:modId xmlns:p14="http://schemas.microsoft.com/office/powerpoint/2010/main" val="1945068580"/>
              </p:ext>
            </p:extLst>
          </p:nvPr>
        </p:nvGraphicFramePr>
        <p:xfrm>
          <a:off x="403335" y="1567179"/>
          <a:ext cx="11536417" cy="4707758"/>
        </p:xfrm>
        <a:graphic>
          <a:graphicData uri="http://schemas.openxmlformats.org/drawingml/2006/table">
            <a:tbl>
              <a:tblPr firstRow="1" bandRow="1">
                <a:tableStyleId>{5C22544A-7EE6-4342-B048-85BDC9FD1C3A}</a:tableStyleId>
              </a:tblPr>
              <a:tblGrid>
                <a:gridCol w="2113423">
                  <a:extLst>
                    <a:ext uri="{9D8B030D-6E8A-4147-A177-3AD203B41FA5}">
                      <a16:colId xmlns:a16="http://schemas.microsoft.com/office/drawing/2014/main" val="1319978245"/>
                    </a:ext>
                  </a:extLst>
                </a:gridCol>
                <a:gridCol w="1570499">
                  <a:extLst>
                    <a:ext uri="{9D8B030D-6E8A-4147-A177-3AD203B41FA5}">
                      <a16:colId xmlns:a16="http://schemas.microsoft.com/office/drawing/2014/main" val="4166116294"/>
                    </a:ext>
                  </a:extLst>
                </a:gridCol>
                <a:gridCol w="1570499">
                  <a:extLst>
                    <a:ext uri="{9D8B030D-6E8A-4147-A177-3AD203B41FA5}">
                      <a16:colId xmlns:a16="http://schemas.microsoft.com/office/drawing/2014/main" val="1905590983"/>
                    </a:ext>
                  </a:extLst>
                </a:gridCol>
                <a:gridCol w="1570499">
                  <a:extLst>
                    <a:ext uri="{9D8B030D-6E8A-4147-A177-3AD203B41FA5}">
                      <a16:colId xmlns:a16="http://schemas.microsoft.com/office/drawing/2014/main" val="3083493588"/>
                    </a:ext>
                  </a:extLst>
                </a:gridCol>
                <a:gridCol w="1570499">
                  <a:extLst>
                    <a:ext uri="{9D8B030D-6E8A-4147-A177-3AD203B41FA5}">
                      <a16:colId xmlns:a16="http://schemas.microsoft.com/office/drawing/2014/main" val="2512804558"/>
                    </a:ext>
                  </a:extLst>
                </a:gridCol>
                <a:gridCol w="1570499">
                  <a:extLst>
                    <a:ext uri="{9D8B030D-6E8A-4147-A177-3AD203B41FA5}">
                      <a16:colId xmlns:a16="http://schemas.microsoft.com/office/drawing/2014/main" val="3532932836"/>
                    </a:ext>
                  </a:extLst>
                </a:gridCol>
                <a:gridCol w="1570499">
                  <a:extLst>
                    <a:ext uri="{9D8B030D-6E8A-4147-A177-3AD203B41FA5}">
                      <a16:colId xmlns:a16="http://schemas.microsoft.com/office/drawing/2014/main" val="2440106141"/>
                    </a:ext>
                  </a:extLst>
                </a:gridCol>
              </a:tblGrid>
              <a:tr h="307046">
                <a:tc>
                  <a:txBody>
                    <a:bodyPr/>
                    <a:lstStyle/>
                    <a:p>
                      <a:pPr algn="ctr"/>
                      <a:endParaRPr lang="en-US" sz="1200" b="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r>
                        <a:rPr lang="en-US" sz="1200" b="1" spc="0" baseline="0">
                          <a:solidFill>
                            <a:schemeClr val="bg1"/>
                          </a:solidFill>
                          <a:latin typeface="Arial" panose="020B0604020202020204" pitchFamily="34" charset="0"/>
                          <a:cs typeface="Arial" panose="020B0604020202020204" pitchFamily="34" charset="0"/>
                        </a:rPr>
                        <a:t>Column Header</a:t>
                      </a:r>
                    </a:p>
                  </a:txBody>
                  <a:tcPr marL="45720" marR="45720"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Column Header</a:t>
                      </a:r>
                    </a:p>
                  </a:txBody>
                  <a:tcPr marL="45720" marR="45720"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Column Header</a:t>
                      </a:r>
                    </a:p>
                  </a:txBody>
                  <a:tcPr marL="45720" marR="45720"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Column Header</a:t>
                      </a:r>
                    </a:p>
                  </a:txBody>
                  <a:tcPr marL="45720" marR="45720"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Column Header</a:t>
                      </a:r>
                    </a:p>
                  </a:txBody>
                  <a:tcPr marL="45720" marR="45720"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Column Header</a:t>
                      </a:r>
                    </a:p>
                  </a:txBody>
                  <a:tcPr marL="45720" marR="45720"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74322270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Section Title</a:t>
                      </a:r>
                    </a:p>
                  </a:txBody>
                  <a:tcPr marL="45720" marR="45720" anchor="ctr">
                    <a:lnL w="12700" cmpd="sng">
                      <a:noFill/>
                    </a:lnL>
                    <a:lnR w="12700" cmpd="sng">
                      <a:noFill/>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r"/>
                      <a:endParaRPr lang="en-US" sz="105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45720" marR="45720" anchor="ctr">
                    <a:lnL w="12700" cmpd="sng">
                      <a:noFill/>
                    </a:lnL>
                    <a:lnR w="12700" cmpd="sng">
                      <a:noFill/>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45720" marR="45720" anchor="ctr">
                    <a:lnL w="12700" cmpd="sng">
                      <a:noFill/>
                    </a:lnL>
                    <a:lnR w="12700" cmpd="sng">
                      <a:noFill/>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45720" marR="45720" anchor="ctr">
                    <a:lnL w="12700" cmpd="sng">
                      <a:noFill/>
                    </a:lnL>
                    <a:lnR w="12700" cmpd="sng">
                      <a:noFill/>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r"/>
                      <a:endParaRPr lang="en-US" sz="105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l" defTabSz="914400" rtl="0" eaLnBrk="1" latinLnBrk="0" hangingPunct="1"/>
                      <a:endParaRPr lang="en-US" sz="105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483376636"/>
                  </a:ext>
                </a:extLst>
              </a:tr>
              <a:tr h="3248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Row Title</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000" b="0" i="0" spc="50" baseline="0">
                          <a:solidFill>
                            <a:schemeClr val="tx1"/>
                          </a:solidFill>
                          <a:latin typeface="Arial" panose="020B0604020202020204" pitchFamily="34" charset="0"/>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4199096"/>
                  </a:ext>
                </a:extLst>
              </a:tr>
              <a:tr h="3248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Row Title</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000" b="0" i="0" spc="50" baseline="0">
                          <a:solidFill>
                            <a:schemeClr val="tx1"/>
                          </a:solidFill>
                          <a:latin typeface="Arial" panose="020B0604020202020204" pitchFamily="34" charset="0"/>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8929028"/>
                  </a:ext>
                </a:extLst>
              </a:tr>
              <a:tr h="3248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Row Title</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000" b="0" i="0" spc="50" baseline="0">
                          <a:solidFill>
                            <a:schemeClr val="tx1"/>
                          </a:solidFill>
                          <a:latin typeface="Arial" panose="020B0604020202020204" pitchFamily="34" charset="0"/>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1205439"/>
                  </a:ext>
                </a:extLst>
              </a:tr>
              <a:tr h="3248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Total</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r>
                        <a:rPr lang="en-US" sz="1100" b="1" spc="50" baseline="0">
                          <a:solidFill>
                            <a:schemeClr val="bg1"/>
                          </a:solidFill>
                          <a:latin typeface="Arial" panose="020B0604020202020204" pitchFamily="34" charset="0"/>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50" normalizeH="0" baseline="0" noProof="0">
                          <a:ln>
                            <a:noFill/>
                          </a:ln>
                          <a:solidFill>
                            <a:schemeClr val="bg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50" normalizeH="0" baseline="0" noProof="0">
                          <a:ln>
                            <a:noFill/>
                          </a:ln>
                          <a:solidFill>
                            <a:schemeClr val="bg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50" normalizeH="0" baseline="0" noProof="0">
                          <a:ln>
                            <a:noFill/>
                          </a:ln>
                          <a:solidFill>
                            <a:schemeClr val="bg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r>
                        <a:rPr kumimoji="0" lang="en-US" sz="1100" b="1" i="0" u="none" strike="noStrike" kern="1200" cap="none" spc="50" normalizeH="0" baseline="0" noProof="0">
                          <a:ln>
                            <a:noFill/>
                          </a:ln>
                          <a:solidFill>
                            <a:schemeClr val="bg1"/>
                          </a:solidFill>
                          <a:effectLst/>
                          <a:uLnTx/>
                          <a:uFillTx/>
                          <a:latin typeface="Arial" panose="020B0604020202020204" pitchFamily="34" charset="0"/>
                          <a:ea typeface="+mn-ea"/>
                          <a:cs typeface="Arial" panose="020B0604020202020204" pitchFamily="34" charset="0"/>
                        </a:rPr>
                        <a:t>0.00</a:t>
                      </a:r>
                      <a:endParaRPr lang="en-US" sz="1100" b="1" spc="50" baseline="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r>
                        <a:rPr kumimoji="0" lang="en-US" sz="1100" b="1" i="0" u="none" strike="noStrike" kern="1200" cap="none" spc="50" normalizeH="0" baseline="0" noProof="0">
                          <a:ln>
                            <a:noFill/>
                          </a:ln>
                          <a:solidFill>
                            <a:schemeClr val="bg1"/>
                          </a:solidFill>
                          <a:effectLst/>
                          <a:uLnTx/>
                          <a:uFillTx/>
                          <a:latin typeface="Arial" panose="020B0604020202020204" pitchFamily="34" charset="0"/>
                          <a:ea typeface="+mn-ea"/>
                          <a:cs typeface="Arial" panose="020B0604020202020204" pitchFamily="34" charset="0"/>
                        </a:rPr>
                        <a:t>0.00</a:t>
                      </a:r>
                      <a:endParaRPr lang="en-US" sz="1100" b="1" spc="50" baseline="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657369495"/>
                  </a:ext>
                </a:extLst>
              </a:tr>
              <a:tr h="2116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Section Title</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r"/>
                      <a:endParaRPr lang="en-US" sz="100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l" defTabSz="914400" rtl="0" eaLnBrk="1" latinLnBrk="0" hangingPunct="1"/>
                      <a:endParaRPr lang="en-US" sz="100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l" defTabSz="914400" rtl="0" eaLnBrk="1" latinLnBrk="0" hangingPunct="1"/>
                      <a:endParaRPr lang="en-US" sz="100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738703109"/>
                  </a:ext>
                </a:extLst>
              </a:tr>
              <a:tr h="3248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Row Title</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000" b="0" i="0" spc="50" baseline="0">
                          <a:solidFill>
                            <a:schemeClr val="tx1"/>
                          </a:solidFill>
                          <a:latin typeface="Arial" panose="020B0604020202020204" pitchFamily="34" charset="0"/>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5565187"/>
                  </a:ext>
                </a:extLst>
              </a:tr>
              <a:tr h="3248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Row Title</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000" b="0" i="0" spc="50" baseline="0">
                          <a:solidFill>
                            <a:schemeClr val="tx1"/>
                          </a:solidFill>
                          <a:latin typeface="Arial" panose="020B0604020202020204" pitchFamily="34" charset="0"/>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6521532"/>
                  </a:ext>
                </a:extLst>
              </a:tr>
              <a:tr h="3248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Row Title</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000" b="0" i="0" spc="50" baseline="0">
                          <a:solidFill>
                            <a:schemeClr val="tx1"/>
                          </a:solidFill>
                          <a:latin typeface="Arial" panose="020B0604020202020204" pitchFamily="34" charset="0"/>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8297217"/>
                  </a:ext>
                </a:extLst>
              </a:tr>
              <a:tr h="3248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Row Title</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000" b="0" i="0" spc="50" baseline="0">
                          <a:solidFill>
                            <a:schemeClr val="tx1"/>
                          </a:solidFill>
                          <a:latin typeface="Arial" panose="020B0604020202020204" pitchFamily="34" charset="0"/>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4119574"/>
                  </a:ext>
                </a:extLst>
              </a:tr>
              <a:tr h="3248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Row Title</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000" b="0" i="0" spc="50" baseline="0">
                          <a:solidFill>
                            <a:schemeClr val="tx1"/>
                          </a:solidFill>
                          <a:latin typeface="Arial" panose="020B0604020202020204" pitchFamily="34" charset="0"/>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7438870"/>
                  </a:ext>
                </a:extLst>
              </a:tr>
              <a:tr h="3248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Row Title</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000" b="0" i="0" spc="50" baseline="0">
                          <a:solidFill>
                            <a:schemeClr val="tx1"/>
                          </a:solidFill>
                          <a:latin typeface="Arial" panose="020B0604020202020204" pitchFamily="34" charset="0"/>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391791"/>
                  </a:ext>
                </a:extLst>
              </a:tr>
              <a:tr h="3248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Row Title</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000" b="0" i="0" spc="50" baseline="0">
                          <a:solidFill>
                            <a:schemeClr val="tx1"/>
                          </a:solidFill>
                          <a:latin typeface="Arial" panose="020B0604020202020204" pitchFamily="34" charset="0"/>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000" b="0" i="0" u="none" strike="noStrike" kern="1200" cap="none" spc="50" normalizeH="0" baseline="0" noProof="0">
                          <a:ln>
                            <a:noFill/>
                          </a:ln>
                          <a:solidFill>
                            <a:schemeClr val="tx1"/>
                          </a:solidFill>
                          <a:effectLst/>
                          <a:uLnTx/>
                          <a:uFillTx/>
                          <a:latin typeface="Arial" panose="020B0604020202020204" pitchFamily="34" charset="0"/>
                          <a:ea typeface="+mn-ea"/>
                          <a:cs typeface="Arial" panose="020B0604020202020204" pitchFamily="34" charset="0"/>
                        </a:rPr>
                        <a:t>0.00</a:t>
                      </a:r>
                      <a:endParaRPr lang="en-US" sz="1000" b="0" i="0" spc="50" baseline="0">
                        <a:solidFill>
                          <a:schemeClr val="tx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7938001"/>
                  </a:ext>
                </a:extLst>
              </a:tr>
              <a:tr h="3248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Total</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r"/>
                      <a:r>
                        <a:rPr lang="en-US" sz="1200" b="1" spc="50" baseline="0">
                          <a:solidFill>
                            <a:schemeClr val="bg1"/>
                          </a:solidFill>
                          <a:latin typeface="Arial" panose="020B0604020202020204" pitchFamily="34" charset="0"/>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50" normalizeH="0" baseline="0" noProof="0">
                          <a:ln>
                            <a:noFill/>
                          </a:ln>
                          <a:solidFill>
                            <a:schemeClr val="bg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50" normalizeH="0" baseline="0" noProof="0">
                          <a:ln>
                            <a:noFill/>
                          </a:ln>
                          <a:solidFill>
                            <a:schemeClr val="bg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50" normalizeH="0" baseline="0" noProof="0">
                          <a:ln>
                            <a:noFill/>
                          </a:ln>
                          <a:solidFill>
                            <a:schemeClr val="bg1"/>
                          </a:solidFill>
                          <a:effectLst/>
                          <a:uLnTx/>
                          <a:uFillTx/>
                          <a:latin typeface="Arial" panose="020B0604020202020204" pitchFamily="34" charset="0"/>
                          <a:ea typeface="+mn-ea"/>
                          <a:cs typeface="Arial" panose="020B0604020202020204" pitchFamily="34" charset="0"/>
                        </a:rPr>
                        <a:t>0.00</a:t>
                      </a: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r"/>
                      <a:r>
                        <a:rPr kumimoji="0" lang="en-US" sz="1200" b="1" i="0" u="none" strike="noStrike" kern="1200" cap="none" spc="50" normalizeH="0" baseline="0" noProof="0">
                          <a:ln>
                            <a:noFill/>
                          </a:ln>
                          <a:solidFill>
                            <a:schemeClr val="bg1"/>
                          </a:solidFill>
                          <a:effectLst/>
                          <a:uLnTx/>
                          <a:uFillTx/>
                          <a:latin typeface="Arial" panose="020B0604020202020204" pitchFamily="34" charset="0"/>
                          <a:ea typeface="+mn-ea"/>
                          <a:cs typeface="Arial" panose="020B0604020202020204" pitchFamily="34" charset="0"/>
                        </a:rPr>
                        <a:t>0.00</a:t>
                      </a:r>
                      <a:endParaRPr lang="en-US" sz="1200" b="1" spc="50" baseline="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r"/>
                      <a:r>
                        <a:rPr kumimoji="0" lang="en-US" sz="1200" b="1" i="0" u="none" strike="noStrike" kern="1200" cap="none" spc="50" normalizeH="0" baseline="0" noProof="0">
                          <a:ln>
                            <a:noFill/>
                          </a:ln>
                          <a:solidFill>
                            <a:schemeClr val="bg1"/>
                          </a:solidFill>
                          <a:effectLst/>
                          <a:uLnTx/>
                          <a:uFillTx/>
                          <a:latin typeface="Arial" panose="020B0604020202020204" pitchFamily="34" charset="0"/>
                          <a:ea typeface="+mn-ea"/>
                          <a:cs typeface="Arial" panose="020B0604020202020204" pitchFamily="34" charset="0"/>
                        </a:rPr>
                        <a:t>0.00</a:t>
                      </a:r>
                      <a:endParaRPr lang="en-US" sz="1200" b="1" spc="50" baseline="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7522361"/>
                  </a:ext>
                </a:extLst>
              </a:tr>
            </a:tbl>
          </a:graphicData>
        </a:graphic>
      </p:graphicFrame>
      <p:grpSp>
        <p:nvGrpSpPr>
          <p:cNvPr id="9" name="Group 8">
            <a:extLst>
              <a:ext uri="{FF2B5EF4-FFF2-40B4-BE49-F238E27FC236}">
                <a16:creationId xmlns:a16="http://schemas.microsoft.com/office/drawing/2014/main" id="{752153A3-683D-8115-DF72-9F9B3008D2A8}"/>
              </a:ext>
            </a:extLst>
          </p:cNvPr>
          <p:cNvGrpSpPr/>
          <p:nvPr userDrawn="1"/>
        </p:nvGrpSpPr>
        <p:grpSpPr>
          <a:xfrm>
            <a:off x="0" y="0"/>
            <a:ext cx="206477" cy="6908801"/>
            <a:chOff x="0" y="0"/>
            <a:chExt cx="206477" cy="6908801"/>
          </a:xfrm>
        </p:grpSpPr>
        <p:sp>
          <p:nvSpPr>
            <p:cNvPr id="10" name="AutoShape 3">
              <a:extLst>
                <a:ext uri="{FF2B5EF4-FFF2-40B4-BE49-F238E27FC236}">
                  <a16:creationId xmlns:a16="http://schemas.microsoft.com/office/drawing/2014/main" id="{63FDE07B-EC73-C3DA-BBC2-9F3ECDDF11FB}"/>
                </a:ext>
              </a:extLst>
            </p:cNvPr>
            <p:cNvSpPr/>
            <p:nvPr userDrawn="1"/>
          </p:nvSpPr>
          <p:spPr>
            <a:xfrm flipH="1">
              <a:off x="0" y="0"/>
              <a:ext cx="206477" cy="6858000"/>
            </a:xfrm>
            <a:prstGeom prst="rect">
              <a:avLst/>
            </a:prstGeom>
            <a:solidFill>
              <a:schemeClr val="accent2"/>
            </a:solidFill>
          </p:spPr>
          <p:txBody>
            <a:bodyPr/>
            <a:lstStyle/>
            <a:p>
              <a:endParaRPr lang="en-US"/>
            </a:p>
          </p:txBody>
        </p:sp>
        <p:sp>
          <p:nvSpPr>
            <p:cNvPr id="11" name="AutoShape 3">
              <a:extLst>
                <a:ext uri="{FF2B5EF4-FFF2-40B4-BE49-F238E27FC236}">
                  <a16:creationId xmlns:a16="http://schemas.microsoft.com/office/drawing/2014/main" id="{1FCFF3DE-580C-E481-DE1C-A0DA11FFA57D}"/>
                </a:ext>
              </a:extLst>
            </p:cNvPr>
            <p:cNvSpPr/>
            <p:nvPr userDrawn="1"/>
          </p:nvSpPr>
          <p:spPr>
            <a:xfrm>
              <a:off x="0" y="0"/>
              <a:ext cx="45720" cy="6908801"/>
            </a:xfrm>
            <a:prstGeom prst="rect">
              <a:avLst/>
            </a:prstGeom>
            <a:solidFill>
              <a:schemeClr val="bg2"/>
            </a:solidFill>
          </p:spPr>
          <p:txBody>
            <a:bodyPr/>
            <a:lstStyle/>
            <a:p>
              <a:endParaRPr lang="en-US"/>
            </a:p>
          </p:txBody>
        </p:sp>
      </p:grpSp>
      <p:sp>
        <p:nvSpPr>
          <p:cNvPr id="14" name="Title 12">
            <a:extLst>
              <a:ext uri="{FF2B5EF4-FFF2-40B4-BE49-F238E27FC236}">
                <a16:creationId xmlns:a16="http://schemas.microsoft.com/office/drawing/2014/main" id="{313D9A16-7F23-C24A-1FCA-DB4EAECB276A}"/>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defRPr>
            </a:lvl1pPr>
          </a:lstStyle>
          <a:p>
            <a:pPr lvl="0"/>
            <a:r>
              <a:rPr lang="en-US"/>
              <a:t>Click to edit Master title style</a:t>
            </a:r>
          </a:p>
        </p:txBody>
      </p:sp>
      <p:sp>
        <p:nvSpPr>
          <p:cNvPr id="15" name="Text Placeholder 3">
            <a:extLst>
              <a:ext uri="{FF2B5EF4-FFF2-40B4-BE49-F238E27FC236}">
                <a16:creationId xmlns:a16="http://schemas.microsoft.com/office/drawing/2014/main" id="{4B4EBA20-2B6C-5D09-5FEE-F36081064A72}"/>
              </a:ext>
            </a:extLst>
          </p:cNvPr>
          <p:cNvSpPr>
            <a:spLocks noGrp="1"/>
          </p:cNvSpPr>
          <p:nvPr>
            <p:ph type="body" sz="quarter" idx="14"/>
          </p:nvPr>
        </p:nvSpPr>
        <p:spPr>
          <a:xfrm>
            <a:off x="403335" y="974774"/>
            <a:ext cx="11525906" cy="278538"/>
          </a:xfrm>
          <a:prstGeom prst="rect">
            <a:avLst/>
          </a:prstGeom>
        </p:spPr>
        <p:txBody>
          <a:bodyPr vert="horz" wrap="square" lIns="0" tIns="0" rIns="0" bIns="0" rtlCol="0">
            <a:spAutoFit/>
          </a:bodyPr>
          <a:lstStyle>
            <a:lvl1pPr marL="0" indent="0">
              <a:buNone/>
              <a:defRPr lang="en-US" sz="2000" dirty="0">
                <a:solidFill>
                  <a:schemeClr val="accent1"/>
                </a:solidFill>
              </a:defRPr>
            </a:lvl1pPr>
          </a:lstStyle>
          <a:p>
            <a:pPr marL="174621" lvl="0" indent="-174621"/>
            <a:r>
              <a:rPr lang="en-US"/>
              <a:t>Click to edit Master text styles</a:t>
            </a:r>
          </a:p>
        </p:txBody>
      </p:sp>
    </p:spTree>
    <p:extLst>
      <p:ext uri="{BB962C8B-B14F-4D97-AF65-F5344CB8AC3E}">
        <p14:creationId xmlns:p14="http://schemas.microsoft.com/office/powerpoint/2010/main" val="3904145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nut Charts">
    <p:spTree>
      <p:nvGrpSpPr>
        <p:cNvPr id="1" name=""/>
        <p:cNvGrpSpPr/>
        <p:nvPr/>
      </p:nvGrpSpPr>
      <p:grpSpPr>
        <a:xfrm>
          <a:off x="0" y="0"/>
          <a:ext cx="0" cy="0"/>
          <a:chOff x="0" y="0"/>
          <a:chExt cx="0" cy="0"/>
        </a:xfrm>
      </p:grpSpPr>
      <p:sp>
        <p:nvSpPr>
          <p:cNvPr id="12" name="Text Placeholder 21">
            <a:extLst>
              <a:ext uri="{FF2B5EF4-FFF2-40B4-BE49-F238E27FC236}">
                <a16:creationId xmlns:a16="http://schemas.microsoft.com/office/drawing/2014/main" id="{74CE8747-7B40-435F-BC42-542E5A6BEDF0}"/>
              </a:ext>
            </a:extLst>
          </p:cNvPr>
          <p:cNvSpPr>
            <a:spLocks noGrp="1"/>
          </p:cNvSpPr>
          <p:nvPr>
            <p:ph type="body" sz="quarter" idx="18"/>
          </p:nvPr>
        </p:nvSpPr>
        <p:spPr>
          <a:xfrm>
            <a:off x="1716088" y="4027488"/>
            <a:ext cx="1701800" cy="1065212"/>
          </a:xfrm>
          <a:prstGeom prst="rect">
            <a:avLst/>
          </a:prstGeom>
        </p:spPr>
        <p:txBody>
          <a:bodyPr lIns="0" tIns="0" rIns="0" bIns="0">
            <a:normAutofit/>
          </a:bodyPr>
          <a:lstStyle>
            <a:lvl1pPr>
              <a:defRPr sz="1200"/>
            </a:lvl1pPr>
          </a:lstStyle>
          <a:p>
            <a:pPr lvl="0"/>
            <a:r>
              <a:rPr lang="en-US"/>
              <a:t>Click to edit Master text styles</a:t>
            </a:r>
          </a:p>
        </p:txBody>
      </p:sp>
      <p:sp>
        <p:nvSpPr>
          <p:cNvPr id="13" name="Text Placeholder 21">
            <a:extLst>
              <a:ext uri="{FF2B5EF4-FFF2-40B4-BE49-F238E27FC236}">
                <a16:creationId xmlns:a16="http://schemas.microsoft.com/office/drawing/2014/main" id="{A29FD614-B40F-4014-977B-F2EAAFF4BF15}"/>
              </a:ext>
            </a:extLst>
          </p:cNvPr>
          <p:cNvSpPr>
            <a:spLocks noGrp="1"/>
          </p:cNvSpPr>
          <p:nvPr>
            <p:ph type="body" sz="quarter" idx="19"/>
          </p:nvPr>
        </p:nvSpPr>
        <p:spPr>
          <a:xfrm>
            <a:off x="4052570" y="4027488"/>
            <a:ext cx="1701800" cy="1065212"/>
          </a:xfrm>
          <a:prstGeom prst="rect">
            <a:avLst/>
          </a:prstGeom>
        </p:spPr>
        <p:txBody>
          <a:bodyPr lIns="0" tIns="0" rIns="0" bIns="0">
            <a:normAutofit/>
          </a:bodyPr>
          <a:lstStyle>
            <a:lvl1pPr>
              <a:defRPr sz="1200"/>
            </a:lvl1pPr>
          </a:lstStyle>
          <a:p>
            <a:pPr lvl="0"/>
            <a:r>
              <a:rPr lang="en-US"/>
              <a:t>Click to edit Master text styles</a:t>
            </a:r>
          </a:p>
        </p:txBody>
      </p:sp>
      <p:sp>
        <p:nvSpPr>
          <p:cNvPr id="14" name="Text Placeholder 21">
            <a:extLst>
              <a:ext uri="{FF2B5EF4-FFF2-40B4-BE49-F238E27FC236}">
                <a16:creationId xmlns:a16="http://schemas.microsoft.com/office/drawing/2014/main" id="{64AC971E-793E-4936-B9CF-3578E3085098}"/>
              </a:ext>
            </a:extLst>
          </p:cNvPr>
          <p:cNvSpPr>
            <a:spLocks noGrp="1"/>
          </p:cNvSpPr>
          <p:nvPr>
            <p:ph type="body" sz="quarter" idx="20"/>
          </p:nvPr>
        </p:nvSpPr>
        <p:spPr>
          <a:xfrm>
            <a:off x="6474802" y="4027488"/>
            <a:ext cx="1701800" cy="1065212"/>
          </a:xfrm>
          <a:prstGeom prst="rect">
            <a:avLst/>
          </a:prstGeom>
        </p:spPr>
        <p:txBody>
          <a:bodyPr lIns="0" tIns="0" rIns="0" bIns="0">
            <a:normAutofit/>
          </a:bodyPr>
          <a:lstStyle>
            <a:lvl1pPr>
              <a:defRPr sz="1200"/>
            </a:lvl1pPr>
          </a:lstStyle>
          <a:p>
            <a:pPr lvl="0"/>
            <a:r>
              <a:rPr lang="en-US"/>
              <a:t>Click to edit Master text styles</a:t>
            </a:r>
          </a:p>
        </p:txBody>
      </p:sp>
      <p:sp>
        <p:nvSpPr>
          <p:cNvPr id="15" name="Text Placeholder 21">
            <a:extLst>
              <a:ext uri="{FF2B5EF4-FFF2-40B4-BE49-F238E27FC236}">
                <a16:creationId xmlns:a16="http://schemas.microsoft.com/office/drawing/2014/main" id="{4D846656-5ACD-452E-8060-5FC279B394F7}"/>
              </a:ext>
            </a:extLst>
          </p:cNvPr>
          <p:cNvSpPr>
            <a:spLocks noGrp="1"/>
          </p:cNvSpPr>
          <p:nvPr>
            <p:ph type="body" sz="quarter" idx="21"/>
          </p:nvPr>
        </p:nvSpPr>
        <p:spPr>
          <a:xfrm>
            <a:off x="8897034" y="4027488"/>
            <a:ext cx="1701800" cy="1065212"/>
          </a:xfrm>
          <a:prstGeom prst="rect">
            <a:avLst/>
          </a:prstGeom>
        </p:spPr>
        <p:txBody>
          <a:bodyPr lIns="0" tIns="0" rIns="0" bIns="0">
            <a:normAutofit/>
          </a:bodyPr>
          <a:lstStyle>
            <a:lvl1pPr>
              <a:defRPr sz="1200"/>
            </a:lvl1pPr>
          </a:lstStyle>
          <a:p>
            <a:pPr lvl="0"/>
            <a:r>
              <a:rPr lang="en-US"/>
              <a:t>Click to edit Master text styles</a:t>
            </a:r>
          </a:p>
        </p:txBody>
      </p:sp>
      <p:sp>
        <p:nvSpPr>
          <p:cNvPr id="27" name="TextBox 26">
            <a:extLst>
              <a:ext uri="{FF2B5EF4-FFF2-40B4-BE49-F238E27FC236}">
                <a16:creationId xmlns:a16="http://schemas.microsoft.com/office/drawing/2014/main" id="{FE13D1E2-6CE7-99BF-A8BE-FEFE2B8296EE}"/>
              </a:ext>
            </a:extLst>
          </p:cNvPr>
          <p:cNvSpPr txBox="1"/>
          <p:nvPr userDrawn="1"/>
        </p:nvSpPr>
        <p:spPr>
          <a:xfrm>
            <a:off x="3922643" y="1590261"/>
            <a:ext cx="0" cy="0"/>
          </a:xfrm>
          <a:prstGeom prst="rect">
            <a:avLst/>
          </a:prstGeom>
          <a:noFill/>
        </p:spPr>
        <p:txBody>
          <a:bodyPr wrap="none" lIns="91440" rtlCol="0">
            <a:noAutofit/>
          </a:bodyPr>
          <a:lstStyle/>
          <a:p>
            <a:pPr algn="l"/>
            <a:endParaRPr lang="en-US" sz="1200"/>
          </a:p>
        </p:txBody>
      </p:sp>
      <p:grpSp>
        <p:nvGrpSpPr>
          <p:cNvPr id="6" name="Group 5">
            <a:extLst>
              <a:ext uri="{FF2B5EF4-FFF2-40B4-BE49-F238E27FC236}">
                <a16:creationId xmlns:a16="http://schemas.microsoft.com/office/drawing/2014/main" id="{6680218B-8931-2BB7-F2CC-330AADF46653}"/>
              </a:ext>
            </a:extLst>
          </p:cNvPr>
          <p:cNvGrpSpPr/>
          <p:nvPr userDrawn="1"/>
        </p:nvGrpSpPr>
        <p:grpSpPr>
          <a:xfrm>
            <a:off x="0" y="0"/>
            <a:ext cx="206477" cy="6908801"/>
            <a:chOff x="0" y="0"/>
            <a:chExt cx="206477" cy="6908801"/>
          </a:xfrm>
        </p:grpSpPr>
        <p:sp>
          <p:nvSpPr>
            <p:cNvPr id="7" name="AutoShape 3">
              <a:extLst>
                <a:ext uri="{FF2B5EF4-FFF2-40B4-BE49-F238E27FC236}">
                  <a16:creationId xmlns:a16="http://schemas.microsoft.com/office/drawing/2014/main" id="{1F540C29-D4AB-CC3C-1B1C-AB03BB9A0611}"/>
                </a:ext>
              </a:extLst>
            </p:cNvPr>
            <p:cNvSpPr/>
            <p:nvPr userDrawn="1"/>
          </p:nvSpPr>
          <p:spPr>
            <a:xfrm flipH="1">
              <a:off x="0" y="0"/>
              <a:ext cx="206477" cy="6858000"/>
            </a:xfrm>
            <a:prstGeom prst="rect">
              <a:avLst/>
            </a:prstGeom>
            <a:solidFill>
              <a:schemeClr val="accent2"/>
            </a:solidFill>
          </p:spPr>
          <p:txBody>
            <a:bodyPr/>
            <a:lstStyle/>
            <a:p>
              <a:endParaRPr lang="en-US"/>
            </a:p>
          </p:txBody>
        </p:sp>
        <p:sp>
          <p:nvSpPr>
            <p:cNvPr id="8" name="AutoShape 3">
              <a:extLst>
                <a:ext uri="{FF2B5EF4-FFF2-40B4-BE49-F238E27FC236}">
                  <a16:creationId xmlns:a16="http://schemas.microsoft.com/office/drawing/2014/main" id="{C996DF9F-3BC7-C4DB-55AF-27A4B3B42EA5}"/>
                </a:ext>
              </a:extLst>
            </p:cNvPr>
            <p:cNvSpPr/>
            <p:nvPr userDrawn="1"/>
          </p:nvSpPr>
          <p:spPr>
            <a:xfrm>
              <a:off x="0" y="0"/>
              <a:ext cx="45720" cy="6908801"/>
            </a:xfrm>
            <a:prstGeom prst="rect">
              <a:avLst/>
            </a:prstGeom>
            <a:solidFill>
              <a:schemeClr val="bg2"/>
            </a:solidFill>
          </p:spPr>
          <p:txBody>
            <a:bodyPr/>
            <a:lstStyle/>
            <a:p>
              <a:endParaRPr lang="en-US"/>
            </a:p>
          </p:txBody>
        </p:sp>
      </p:grpSp>
      <p:sp>
        <p:nvSpPr>
          <p:cNvPr id="10" name="Title 12">
            <a:extLst>
              <a:ext uri="{FF2B5EF4-FFF2-40B4-BE49-F238E27FC236}">
                <a16:creationId xmlns:a16="http://schemas.microsoft.com/office/drawing/2014/main" id="{C7670CF0-DF13-2D72-6594-028ABD4A1174}"/>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defRPr>
            </a:lvl1pPr>
          </a:lstStyle>
          <a:p>
            <a:pPr lvl="0"/>
            <a:r>
              <a:rPr lang="en-US"/>
              <a:t>Click to edit Master title style</a:t>
            </a:r>
          </a:p>
        </p:txBody>
      </p:sp>
      <p:sp>
        <p:nvSpPr>
          <p:cNvPr id="11" name="Text Placeholder 3">
            <a:extLst>
              <a:ext uri="{FF2B5EF4-FFF2-40B4-BE49-F238E27FC236}">
                <a16:creationId xmlns:a16="http://schemas.microsoft.com/office/drawing/2014/main" id="{A5A55D46-1BC5-3407-8E1F-A6209027341F}"/>
              </a:ext>
            </a:extLst>
          </p:cNvPr>
          <p:cNvSpPr>
            <a:spLocks noGrp="1"/>
          </p:cNvSpPr>
          <p:nvPr>
            <p:ph type="body" sz="quarter" idx="14"/>
          </p:nvPr>
        </p:nvSpPr>
        <p:spPr>
          <a:xfrm>
            <a:off x="403335" y="974774"/>
            <a:ext cx="11525906" cy="278538"/>
          </a:xfrm>
          <a:prstGeom prst="rect">
            <a:avLst/>
          </a:prstGeom>
        </p:spPr>
        <p:txBody>
          <a:bodyPr vert="horz" wrap="square" lIns="0" tIns="0" rIns="0" bIns="0" rtlCol="0">
            <a:spAutoFit/>
          </a:bodyPr>
          <a:lstStyle>
            <a:lvl1pPr marL="0" indent="0">
              <a:buNone/>
              <a:defRPr lang="en-US" sz="2000" dirty="0">
                <a:solidFill>
                  <a:schemeClr val="accent1"/>
                </a:solidFill>
              </a:defRPr>
            </a:lvl1pPr>
          </a:lstStyle>
          <a:p>
            <a:pPr marL="174621" lvl="0" indent="-174621"/>
            <a:r>
              <a:rPr lang="en-US"/>
              <a:t>Click to edit Master text styles</a:t>
            </a:r>
          </a:p>
        </p:txBody>
      </p:sp>
    </p:spTree>
    <p:extLst>
      <p:ext uri="{BB962C8B-B14F-4D97-AF65-F5344CB8AC3E}">
        <p14:creationId xmlns:p14="http://schemas.microsoft.com/office/powerpoint/2010/main" val="2756019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Non-Colorful Bulle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7F7C2F3-8557-7F9A-CA48-29927C708BD1}"/>
              </a:ext>
            </a:extLst>
          </p:cNvPr>
          <p:cNvSpPr/>
          <p:nvPr userDrawn="1"/>
        </p:nvSpPr>
        <p:spPr>
          <a:xfrm>
            <a:off x="403335" y="1409700"/>
            <a:ext cx="1456083" cy="4896507"/>
          </a:xfrm>
          <a:prstGeom prst="rect">
            <a:avLst/>
          </a:prstGeom>
          <a:gradFill>
            <a:gsLst>
              <a:gs pos="100000">
                <a:schemeClr val="accent2"/>
              </a:gs>
              <a:gs pos="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1">
            <a:extLst>
              <a:ext uri="{FF2B5EF4-FFF2-40B4-BE49-F238E27FC236}">
                <a16:creationId xmlns:a16="http://schemas.microsoft.com/office/drawing/2014/main" id="{C06C654A-A235-7BB8-950E-B7520D302A7B}"/>
              </a:ext>
            </a:extLst>
          </p:cNvPr>
          <p:cNvSpPr>
            <a:spLocks noGrp="1"/>
          </p:cNvSpPr>
          <p:nvPr>
            <p:ph type="body" sz="quarter" idx="15"/>
          </p:nvPr>
        </p:nvSpPr>
        <p:spPr>
          <a:xfrm>
            <a:off x="2036489" y="1409700"/>
            <a:ext cx="9703566" cy="1138888"/>
          </a:xfrm>
          <a:prstGeom prst="rect">
            <a:avLst/>
          </a:prstGeom>
        </p:spPr>
        <p:txBody>
          <a:bodyPr lIns="0" tIns="0" rIns="0" bIns="0"/>
          <a:lstStyle>
            <a:lvl1pPr>
              <a:lnSpc>
                <a:spcPct val="100000"/>
              </a:lnSpc>
              <a:spcBef>
                <a:spcPts val="0"/>
              </a:spcBef>
              <a:buClr>
                <a:schemeClr val="accent1"/>
              </a:buClr>
              <a:defRPr sz="1800"/>
            </a:lvl1pPr>
            <a:lvl2pPr marL="515938" indent="-344488">
              <a:lnSpc>
                <a:spcPct val="100000"/>
              </a:lnSpc>
              <a:spcBef>
                <a:spcPts val="0"/>
              </a:spcBef>
              <a:buFont typeface="System Font Regular"/>
              <a:buChar char="—"/>
              <a:tabLst/>
              <a:defRPr sz="1600"/>
            </a:lvl2pPr>
            <a:lvl3pPr marL="685731" indent="0">
              <a:lnSpc>
                <a:spcPct val="100000"/>
              </a:lnSpc>
              <a:spcBef>
                <a:spcPts val="0"/>
              </a:spcBef>
              <a:buNone/>
              <a:defRPr sz="1400"/>
            </a:lvl3pPr>
            <a:lvl4pPr>
              <a:lnSpc>
                <a:spcPct val="100000"/>
              </a:lnSpc>
              <a:spcBef>
                <a:spcPts val="0"/>
              </a:spcBef>
              <a:defRPr sz="1100"/>
            </a:lvl4pPr>
            <a:lvl5pPr>
              <a:lnSpc>
                <a:spcPct val="100000"/>
              </a:lnSpc>
              <a:spcBef>
                <a:spcPts val="0"/>
              </a:spcBef>
              <a:defRPr sz="1050"/>
            </a:lvl5pPr>
          </a:lstStyle>
          <a:p>
            <a:pPr lvl="0"/>
            <a:r>
              <a:rPr lang="en-US"/>
              <a:t>Click to edit Master text styles</a:t>
            </a:r>
          </a:p>
          <a:p>
            <a:pPr lvl="1"/>
            <a:r>
              <a:rPr lang="en-US"/>
              <a:t>Second level</a:t>
            </a:r>
          </a:p>
        </p:txBody>
      </p:sp>
      <p:sp>
        <p:nvSpPr>
          <p:cNvPr id="13" name="Text Placeholder 11">
            <a:extLst>
              <a:ext uri="{FF2B5EF4-FFF2-40B4-BE49-F238E27FC236}">
                <a16:creationId xmlns:a16="http://schemas.microsoft.com/office/drawing/2014/main" id="{EE201215-C722-C344-DDC2-991905590731}"/>
              </a:ext>
            </a:extLst>
          </p:cNvPr>
          <p:cNvSpPr>
            <a:spLocks noGrp="1"/>
          </p:cNvSpPr>
          <p:nvPr>
            <p:ph type="body" sz="quarter" idx="16"/>
          </p:nvPr>
        </p:nvSpPr>
        <p:spPr>
          <a:xfrm>
            <a:off x="2036489" y="2662240"/>
            <a:ext cx="9703566" cy="1138888"/>
          </a:xfrm>
          <a:prstGeom prst="rect">
            <a:avLst/>
          </a:prstGeom>
        </p:spPr>
        <p:txBody>
          <a:bodyPr lIns="0" tIns="0" rIns="0" bIns="0"/>
          <a:lstStyle>
            <a:lvl1pPr>
              <a:lnSpc>
                <a:spcPct val="100000"/>
              </a:lnSpc>
              <a:spcBef>
                <a:spcPts val="0"/>
              </a:spcBef>
              <a:buClr>
                <a:schemeClr val="accent1"/>
              </a:buClr>
              <a:defRPr sz="1800"/>
            </a:lvl1pPr>
            <a:lvl2pPr marL="515938" indent="-344488">
              <a:lnSpc>
                <a:spcPct val="100000"/>
              </a:lnSpc>
              <a:spcBef>
                <a:spcPts val="0"/>
              </a:spcBef>
              <a:buFont typeface="System Font Regular"/>
              <a:buChar char="—"/>
              <a:tabLst/>
              <a:defRPr sz="1600"/>
            </a:lvl2pPr>
            <a:lvl3pPr marL="685731" indent="0">
              <a:lnSpc>
                <a:spcPct val="100000"/>
              </a:lnSpc>
              <a:spcBef>
                <a:spcPts val="0"/>
              </a:spcBef>
              <a:buNone/>
              <a:defRPr sz="1400"/>
            </a:lvl3pPr>
            <a:lvl4pPr>
              <a:lnSpc>
                <a:spcPct val="100000"/>
              </a:lnSpc>
              <a:spcBef>
                <a:spcPts val="0"/>
              </a:spcBef>
              <a:defRPr sz="1100"/>
            </a:lvl4pPr>
            <a:lvl5pPr>
              <a:lnSpc>
                <a:spcPct val="100000"/>
              </a:lnSpc>
              <a:spcBef>
                <a:spcPts val="0"/>
              </a:spcBef>
              <a:defRPr sz="1050"/>
            </a:lvl5pPr>
          </a:lstStyle>
          <a:p>
            <a:pPr lvl="0"/>
            <a:r>
              <a:rPr lang="en-US"/>
              <a:t>Click to edit Master text styles</a:t>
            </a:r>
          </a:p>
          <a:p>
            <a:pPr lvl="1"/>
            <a:r>
              <a:rPr lang="en-US"/>
              <a:t>Second level</a:t>
            </a:r>
          </a:p>
        </p:txBody>
      </p:sp>
      <p:sp>
        <p:nvSpPr>
          <p:cNvPr id="14" name="Text Placeholder 11">
            <a:extLst>
              <a:ext uri="{FF2B5EF4-FFF2-40B4-BE49-F238E27FC236}">
                <a16:creationId xmlns:a16="http://schemas.microsoft.com/office/drawing/2014/main" id="{4B908394-34D0-CF5F-90A6-89603CD22888}"/>
              </a:ext>
            </a:extLst>
          </p:cNvPr>
          <p:cNvSpPr>
            <a:spLocks noGrp="1"/>
          </p:cNvSpPr>
          <p:nvPr>
            <p:ph type="body" sz="quarter" idx="17"/>
          </p:nvPr>
        </p:nvSpPr>
        <p:spPr>
          <a:xfrm>
            <a:off x="2036489" y="3914780"/>
            <a:ext cx="9703566" cy="1138888"/>
          </a:xfrm>
          <a:prstGeom prst="rect">
            <a:avLst/>
          </a:prstGeom>
        </p:spPr>
        <p:txBody>
          <a:bodyPr lIns="0" tIns="0" rIns="0" bIns="0"/>
          <a:lstStyle>
            <a:lvl1pPr>
              <a:lnSpc>
                <a:spcPct val="100000"/>
              </a:lnSpc>
              <a:spcBef>
                <a:spcPts val="0"/>
              </a:spcBef>
              <a:buClr>
                <a:schemeClr val="accent1"/>
              </a:buClr>
              <a:defRPr sz="1800"/>
            </a:lvl1pPr>
            <a:lvl2pPr marL="515938" indent="-344488">
              <a:lnSpc>
                <a:spcPct val="100000"/>
              </a:lnSpc>
              <a:spcBef>
                <a:spcPts val="0"/>
              </a:spcBef>
              <a:buFont typeface="System Font Regular"/>
              <a:buChar char="—"/>
              <a:tabLst/>
              <a:defRPr sz="1600"/>
            </a:lvl2pPr>
            <a:lvl3pPr marL="685731" indent="0">
              <a:lnSpc>
                <a:spcPct val="100000"/>
              </a:lnSpc>
              <a:spcBef>
                <a:spcPts val="0"/>
              </a:spcBef>
              <a:buNone/>
              <a:defRPr sz="1400"/>
            </a:lvl3pPr>
            <a:lvl4pPr>
              <a:lnSpc>
                <a:spcPct val="100000"/>
              </a:lnSpc>
              <a:spcBef>
                <a:spcPts val="0"/>
              </a:spcBef>
              <a:defRPr sz="1100"/>
            </a:lvl4pPr>
            <a:lvl5pPr>
              <a:lnSpc>
                <a:spcPct val="100000"/>
              </a:lnSpc>
              <a:spcBef>
                <a:spcPts val="0"/>
              </a:spcBef>
              <a:defRPr sz="1050"/>
            </a:lvl5pPr>
          </a:lstStyle>
          <a:p>
            <a:pPr lvl="0"/>
            <a:r>
              <a:rPr lang="en-US"/>
              <a:t>Click to edit Master text styles</a:t>
            </a:r>
          </a:p>
          <a:p>
            <a:pPr lvl="1"/>
            <a:r>
              <a:rPr lang="en-US"/>
              <a:t>Second level</a:t>
            </a:r>
          </a:p>
        </p:txBody>
      </p:sp>
      <p:sp>
        <p:nvSpPr>
          <p:cNvPr id="15" name="Text Placeholder 11">
            <a:extLst>
              <a:ext uri="{FF2B5EF4-FFF2-40B4-BE49-F238E27FC236}">
                <a16:creationId xmlns:a16="http://schemas.microsoft.com/office/drawing/2014/main" id="{F4E119AD-A201-10E5-2E9C-1E6B1535BB5F}"/>
              </a:ext>
            </a:extLst>
          </p:cNvPr>
          <p:cNvSpPr>
            <a:spLocks noGrp="1"/>
          </p:cNvSpPr>
          <p:nvPr>
            <p:ph type="body" sz="quarter" idx="18"/>
          </p:nvPr>
        </p:nvSpPr>
        <p:spPr>
          <a:xfrm>
            <a:off x="2036489" y="5167319"/>
            <a:ext cx="9703566" cy="1138888"/>
          </a:xfrm>
          <a:prstGeom prst="rect">
            <a:avLst/>
          </a:prstGeom>
        </p:spPr>
        <p:txBody>
          <a:bodyPr lIns="0" tIns="0" rIns="0" bIns="0"/>
          <a:lstStyle>
            <a:lvl1pPr>
              <a:lnSpc>
                <a:spcPct val="100000"/>
              </a:lnSpc>
              <a:spcBef>
                <a:spcPts val="0"/>
              </a:spcBef>
              <a:buClr>
                <a:schemeClr val="accent1"/>
              </a:buClr>
              <a:defRPr sz="1800"/>
            </a:lvl1pPr>
            <a:lvl2pPr marL="515938" indent="-344488">
              <a:lnSpc>
                <a:spcPct val="100000"/>
              </a:lnSpc>
              <a:spcBef>
                <a:spcPts val="0"/>
              </a:spcBef>
              <a:buFont typeface="System Font Regular"/>
              <a:buChar char="—"/>
              <a:tabLst/>
              <a:defRPr sz="1600"/>
            </a:lvl2pPr>
            <a:lvl3pPr marL="685731" indent="0">
              <a:lnSpc>
                <a:spcPct val="100000"/>
              </a:lnSpc>
              <a:spcBef>
                <a:spcPts val="0"/>
              </a:spcBef>
              <a:buNone/>
              <a:defRPr sz="1400"/>
            </a:lvl3pPr>
            <a:lvl4pPr>
              <a:lnSpc>
                <a:spcPct val="100000"/>
              </a:lnSpc>
              <a:spcBef>
                <a:spcPts val="0"/>
              </a:spcBef>
              <a:defRPr sz="1100"/>
            </a:lvl4pPr>
            <a:lvl5pPr>
              <a:lnSpc>
                <a:spcPct val="100000"/>
              </a:lnSpc>
              <a:spcBef>
                <a:spcPts val="0"/>
              </a:spcBef>
              <a:defRPr sz="1050"/>
            </a:lvl5pPr>
          </a:lstStyle>
          <a:p>
            <a:pPr lvl="0"/>
            <a:r>
              <a:rPr lang="en-US"/>
              <a:t>Click to edit Master text styles</a:t>
            </a:r>
          </a:p>
          <a:p>
            <a:pPr lvl="1"/>
            <a:r>
              <a:rPr lang="en-US"/>
              <a:t>Second level</a:t>
            </a:r>
          </a:p>
        </p:txBody>
      </p:sp>
      <p:grpSp>
        <p:nvGrpSpPr>
          <p:cNvPr id="6" name="Group 5">
            <a:extLst>
              <a:ext uri="{FF2B5EF4-FFF2-40B4-BE49-F238E27FC236}">
                <a16:creationId xmlns:a16="http://schemas.microsoft.com/office/drawing/2014/main" id="{99B67264-4867-B8B0-050C-F7350AE6B960}"/>
              </a:ext>
            </a:extLst>
          </p:cNvPr>
          <p:cNvGrpSpPr/>
          <p:nvPr userDrawn="1"/>
        </p:nvGrpSpPr>
        <p:grpSpPr>
          <a:xfrm>
            <a:off x="0" y="0"/>
            <a:ext cx="206477" cy="6908801"/>
            <a:chOff x="0" y="0"/>
            <a:chExt cx="206477" cy="6908801"/>
          </a:xfrm>
        </p:grpSpPr>
        <p:sp>
          <p:nvSpPr>
            <p:cNvPr id="9" name="AutoShape 3">
              <a:extLst>
                <a:ext uri="{FF2B5EF4-FFF2-40B4-BE49-F238E27FC236}">
                  <a16:creationId xmlns:a16="http://schemas.microsoft.com/office/drawing/2014/main" id="{29A6EF46-3106-6EC2-F9FE-15F98ACD7DB8}"/>
                </a:ext>
              </a:extLst>
            </p:cNvPr>
            <p:cNvSpPr/>
            <p:nvPr userDrawn="1"/>
          </p:nvSpPr>
          <p:spPr>
            <a:xfrm flipH="1">
              <a:off x="0" y="0"/>
              <a:ext cx="206477" cy="6858000"/>
            </a:xfrm>
            <a:prstGeom prst="rect">
              <a:avLst/>
            </a:prstGeom>
            <a:solidFill>
              <a:schemeClr val="accent2"/>
            </a:solidFill>
          </p:spPr>
          <p:txBody>
            <a:bodyPr/>
            <a:lstStyle/>
            <a:p>
              <a:endParaRPr lang="en-US"/>
            </a:p>
          </p:txBody>
        </p:sp>
        <p:sp>
          <p:nvSpPr>
            <p:cNvPr id="11" name="AutoShape 3">
              <a:extLst>
                <a:ext uri="{FF2B5EF4-FFF2-40B4-BE49-F238E27FC236}">
                  <a16:creationId xmlns:a16="http://schemas.microsoft.com/office/drawing/2014/main" id="{B648159A-8A1E-E2F8-C417-C31CA7F2850F}"/>
                </a:ext>
              </a:extLst>
            </p:cNvPr>
            <p:cNvSpPr/>
            <p:nvPr userDrawn="1"/>
          </p:nvSpPr>
          <p:spPr>
            <a:xfrm>
              <a:off x="0" y="0"/>
              <a:ext cx="45720" cy="6908801"/>
            </a:xfrm>
            <a:prstGeom prst="rect">
              <a:avLst/>
            </a:prstGeom>
            <a:solidFill>
              <a:schemeClr val="bg2"/>
            </a:solidFill>
          </p:spPr>
          <p:txBody>
            <a:bodyPr/>
            <a:lstStyle/>
            <a:p>
              <a:endParaRPr lang="en-US"/>
            </a:p>
          </p:txBody>
        </p:sp>
      </p:grpSp>
      <p:sp>
        <p:nvSpPr>
          <p:cNvPr id="16" name="Freeform 15">
            <a:extLst>
              <a:ext uri="{FF2B5EF4-FFF2-40B4-BE49-F238E27FC236}">
                <a16:creationId xmlns:a16="http://schemas.microsoft.com/office/drawing/2014/main" id="{F007C0FD-3D68-F515-8E35-B24E18EE3A91}"/>
              </a:ext>
            </a:extLst>
          </p:cNvPr>
          <p:cNvSpPr/>
          <p:nvPr userDrawn="1"/>
        </p:nvSpPr>
        <p:spPr>
          <a:xfrm>
            <a:off x="403335" y="6570528"/>
            <a:ext cx="1372133" cy="189871"/>
          </a:xfrm>
          <a:custGeom>
            <a:avLst/>
            <a:gdLst/>
            <a:ahLst/>
            <a:cxnLst/>
            <a:rect l="l" t="t" r="r" b="b"/>
            <a:pathLst>
              <a:path w="2910083" h="402687">
                <a:moveTo>
                  <a:pt x="0" y="0"/>
                </a:moveTo>
                <a:lnTo>
                  <a:pt x="2910083" y="0"/>
                </a:lnTo>
                <a:lnTo>
                  <a:pt x="2910083" y="402687"/>
                </a:lnTo>
                <a:lnTo>
                  <a:pt x="0" y="4026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solidFill>
                <a:schemeClr val="tx1"/>
              </a:solidFill>
            </a:endParaRPr>
          </a:p>
        </p:txBody>
      </p:sp>
      <p:sp>
        <p:nvSpPr>
          <p:cNvPr id="17" name="Title 12">
            <a:extLst>
              <a:ext uri="{FF2B5EF4-FFF2-40B4-BE49-F238E27FC236}">
                <a16:creationId xmlns:a16="http://schemas.microsoft.com/office/drawing/2014/main" id="{4ABF122F-7E6D-7BBF-4805-44B58944EEAC}"/>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defRPr>
            </a:lvl1pPr>
          </a:lstStyle>
          <a:p>
            <a:pPr lvl="0"/>
            <a:r>
              <a:rPr lang="en-US"/>
              <a:t>Click to edit Master title style</a:t>
            </a:r>
          </a:p>
        </p:txBody>
      </p:sp>
      <p:sp>
        <p:nvSpPr>
          <p:cNvPr id="18" name="Text Placeholder 3">
            <a:extLst>
              <a:ext uri="{FF2B5EF4-FFF2-40B4-BE49-F238E27FC236}">
                <a16:creationId xmlns:a16="http://schemas.microsoft.com/office/drawing/2014/main" id="{81C0AEDF-ABE0-FE6E-E2DC-4FAE51945D2D}"/>
              </a:ext>
            </a:extLst>
          </p:cNvPr>
          <p:cNvSpPr>
            <a:spLocks noGrp="1"/>
          </p:cNvSpPr>
          <p:nvPr>
            <p:ph type="body" sz="quarter" idx="14"/>
          </p:nvPr>
        </p:nvSpPr>
        <p:spPr>
          <a:xfrm>
            <a:off x="403335" y="974774"/>
            <a:ext cx="11525906" cy="278538"/>
          </a:xfrm>
          <a:prstGeom prst="rect">
            <a:avLst/>
          </a:prstGeom>
        </p:spPr>
        <p:txBody>
          <a:bodyPr vert="horz" wrap="square" lIns="0" tIns="0" rIns="0" bIns="0" rtlCol="0">
            <a:spAutoFit/>
          </a:bodyPr>
          <a:lstStyle>
            <a:lvl1pPr marL="0" indent="0">
              <a:buNone/>
              <a:defRPr lang="en-US" sz="2000" dirty="0">
                <a:solidFill>
                  <a:schemeClr val="accent1"/>
                </a:solidFill>
              </a:defRPr>
            </a:lvl1pPr>
          </a:lstStyle>
          <a:p>
            <a:pPr marL="174621" lvl="0" indent="-174621"/>
            <a:r>
              <a:rPr lang="en-US"/>
              <a:t>Click to edit Master text styles</a:t>
            </a:r>
          </a:p>
        </p:txBody>
      </p:sp>
      <p:sp>
        <p:nvSpPr>
          <p:cNvPr id="19" name="TextBox 18">
            <a:extLst>
              <a:ext uri="{FF2B5EF4-FFF2-40B4-BE49-F238E27FC236}">
                <a16:creationId xmlns:a16="http://schemas.microsoft.com/office/drawing/2014/main" id="{43167005-9D5D-C377-622D-B134E91574A2}"/>
              </a:ext>
            </a:extLst>
          </p:cNvPr>
          <p:cNvSpPr txBox="1"/>
          <p:nvPr userDrawn="1"/>
        </p:nvSpPr>
        <p:spPr>
          <a:xfrm>
            <a:off x="11565988" y="6591122"/>
            <a:ext cx="363253" cy="169277"/>
          </a:xfrm>
          <a:prstGeom prst="rect">
            <a:avLst/>
          </a:prstGeom>
          <a:noFill/>
        </p:spPr>
        <p:txBody>
          <a:bodyPr wrap="square" lIns="0" tIns="0" rIns="0" bIns="0" rtlCol="0" anchor="b" anchorCtr="0">
            <a:spAutoFit/>
          </a:bodyPr>
          <a:lstStyle/>
          <a:p>
            <a:pPr algn="r"/>
            <a:fld id="{D0807A39-E1A1-D742-90F2-296DE3679287}" type="slidenum">
              <a:rPr lang="en-US" sz="1100" b="0" smtClean="0">
                <a:solidFill>
                  <a:schemeClr val="tx1"/>
                </a:solidFill>
                <a:latin typeface="Helvetica" pitchFamily="2" charset="0"/>
              </a:rPr>
              <a:pPr algn="r"/>
              <a:t>‹#›</a:t>
            </a:fld>
            <a:endParaRPr lang="en-US" sz="1100" b="0">
              <a:solidFill>
                <a:schemeClr val="tx1"/>
              </a:solidFill>
              <a:latin typeface="Helvetica" pitchFamily="2" charset="0"/>
            </a:endParaRPr>
          </a:p>
        </p:txBody>
      </p:sp>
    </p:spTree>
    <p:extLst>
      <p:ext uri="{BB962C8B-B14F-4D97-AF65-F5344CB8AC3E}">
        <p14:creationId xmlns:p14="http://schemas.microsoft.com/office/powerpoint/2010/main" val="3334821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lorful Bullet – Table Text">
    <p:spTree>
      <p:nvGrpSpPr>
        <p:cNvPr id="1" name=""/>
        <p:cNvGrpSpPr/>
        <p:nvPr/>
      </p:nvGrpSpPr>
      <p:grpSpPr>
        <a:xfrm>
          <a:off x="0" y="0"/>
          <a:ext cx="0" cy="0"/>
          <a:chOff x="0" y="0"/>
          <a:chExt cx="0" cy="0"/>
        </a:xfrm>
      </p:grpSpPr>
      <p:sp>
        <p:nvSpPr>
          <p:cNvPr id="25" name="Rectangle: Rounded Corners 6">
            <a:extLst>
              <a:ext uri="{FF2B5EF4-FFF2-40B4-BE49-F238E27FC236}">
                <a16:creationId xmlns:a16="http://schemas.microsoft.com/office/drawing/2014/main" id="{C9983B3A-131F-41FC-B650-764FA5918905}"/>
              </a:ext>
            </a:extLst>
          </p:cNvPr>
          <p:cNvSpPr/>
          <p:nvPr/>
        </p:nvSpPr>
        <p:spPr>
          <a:xfrm>
            <a:off x="1545390" y="1420669"/>
            <a:ext cx="82296" cy="731520"/>
          </a:xfrm>
          <a:prstGeom prst="rect">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ltLang="zh-CN" sz="1200" b="1">
              <a:solidFill>
                <a:srgbClr val="FFFFFF"/>
              </a:solidFill>
              <a:latin typeface="Arial" panose="020B0604020202020204"/>
              <a:ea typeface="黑体" panose="02010609060101010101" pitchFamily="49" charset="-122"/>
            </a:endParaRPr>
          </a:p>
        </p:txBody>
      </p:sp>
      <p:sp>
        <p:nvSpPr>
          <p:cNvPr id="26" name="Isosceles Triangle 25">
            <a:extLst>
              <a:ext uri="{FF2B5EF4-FFF2-40B4-BE49-F238E27FC236}">
                <a16:creationId xmlns:a16="http://schemas.microsoft.com/office/drawing/2014/main" id="{FCFDC4D0-90B3-4FDB-A5FE-C95AF3B267CE}"/>
              </a:ext>
            </a:extLst>
          </p:cNvPr>
          <p:cNvSpPr/>
          <p:nvPr/>
        </p:nvSpPr>
        <p:spPr>
          <a:xfrm rot="5400000">
            <a:off x="1582478" y="1704950"/>
            <a:ext cx="342900" cy="162958"/>
          </a:xfrm>
          <a:prstGeom prst="triangle">
            <a:avLst/>
          </a:prstGeom>
          <a:solidFill>
            <a:srgbClr val="E5F4FB"/>
          </a:solidFill>
        </p:spPr>
        <p:txBody>
          <a:bodyPr vert="horz" lIns="45720" tIns="45720" rIns="45720" bIns="0" rtlCol="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indent="0">
              <a:lnSpc>
                <a:spcPct val="90000"/>
              </a:lnSpc>
              <a:spcBef>
                <a:spcPts val="1000"/>
              </a:spcBef>
              <a:buFont typeface="Wingdings" pitchFamily="2" charset="2"/>
              <a:buNone/>
            </a:pPr>
            <a:endParaRPr lang="en-US" sz="1200" b="1">
              <a:solidFill>
                <a:schemeClr val="tx1"/>
              </a:solidFill>
              <a:latin typeface="Helvetica" pitchFamily="2" charset="0"/>
            </a:endParaRPr>
          </a:p>
        </p:txBody>
      </p:sp>
      <p:sp>
        <p:nvSpPr>
          <p:cNvPr id="29" name="Rectangle: Rounded Corners 6">
            <a:extLst>
              <a:ext uri="{FF2B5EF4-FFF2-40B4-BE49-F238E27FC236}">
                <a16:creationId xmlns:a16="http://schemas.microsoft.com/office/drawing/2014/main" id="{1C5AA76D-743C-4218-A7A7-B4A8B034D411}"/>
              </a:ext>
            </a:extLst>
          </p:cNvPr>
          <p:cNvSpPr/>
          <p:nvPr/>
        </p:nvSpPr>
        <p:spPr>
          <a:xfrm>
            <a:off x="1545390" y="3808634"/>
            <a:ext cx="82296" cy="731520"/>
          </a:xfrm>
          <a:prstGeom prst="rect">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ltLang="zh-CN" sz="1200" b="1">
              <a:solidFill>
                <a:srgbClr val="FFFFFF"/>
              </a:solidFill>
              <a:latin typeface="Arial" panose="020B0604020202020204"/>
              <a:ea typeface="黑体" panose="02010609060101010101" pitchFamily="49" charset="-122"/>
            </a:endParaRPr>
          </a:p>
        </p:txBody>
      </p:sp>
      <p:sp>
        <p:nvSpPr>
          <p:cNvPr id="30" name="Isosceles Triangle 29">
            <a:extLst>
              <a:ext uri="{FF2B5EF4-FFF2-40B4-BE49-F238E27FC236}">
                <a16:creationId xmlns:a16="http://schemas.microsoft.com/office/drawing/2014/main" id="{362840C0-73A9-4A2E-953C-AEFFF5960151}"/>
              </a:ext>
            </a:extLst>
          </p:cNvPr>
          <p:cNvSpPr/>
          <p:nvPr userDrawn="1"/>
        </p:nvSpPr>
        <p:spPr>
          <a:xfrm rot="5400000">
            <a:off x="1582478" y="4092915"/>
            <a:ext cx="342900" cy="162958"/>
          </a:xfrm>
          <a:prstGeom prst="triangle">
            <a:avLst/>
          </a:prstGeom>
          <a:solidFill>
            <a:srgbClr val="7FCCEC"/>
          </a:solidFill>
        </p:spPr>
        <p:txBody>
          <a:bodyPr vert="horz" lIns="45720" tIns="45720" rIns="45720" bIns="45720" rtlCol="0">
            <a:normAutofit fontScale="2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indent="0">
              <a:lnSpc>
                <a:spcPct val="90000"/>
              </a:lnSpc>
              <a:spcBef>
                <a:spcPts val="1000"/>
              </a:spcBef>
              <a:buFont typeface="Wingdings" pitchFamily="2" charset="2"/>
              <a:buNone/>
            </a:pPr>
            <a:endParaRPr lang="en-US" sz="1200" b="1">
              <a:solidFill>
                <a:schemeClr val="tx1"/>
              </a:solidFill>
              <a:latin typeface="Helvetica" pitchFamily="2" charset="0"/>
            </a:endParaRPr>
          </a:p>
        </p:txBody>
      </p:sp>
      <p:sp>
        <p:nvSpPr>
          <p:cNvPr id="36" name="Rectangle: Rounded Corners 6">
            <a:extLst>
              <a:ext uri="{FF2B5EF4-FFF2-40B4-BE49-F238E27FC236}">
                <a16:creationId xmlns:a16="http://schemas.microsoft.com/office/drawing/2014/main" id="{3F750CC4-3D05-4CFA-82F9-AD8310626072}"/>
              </a:ext>
            </a:extLst>
          </p:cNvPr>
          <p:cNvSpPr/>
          <p:nvPr/>
        </p:nvSpPr>
        <p:spPr>
          <a:xfrm>
            <a:off x="1551174" y="4750848"/>
            <a:ext cx="82296" cy="1643241"/>
          </a:xfrm>
          <a:prstGeom prst="rect">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defRPr/>
            </a:pPr>
            <a:endParaRPr lang="en-US" altLang="zh-CN" sz="1200" b="1">
              <a:solidFill>
                <a:srgbClr val="FFFFFF"/>
              </a:solidFill>
              <a:latin typeface="Arial" panose="020B0604020202020204"/>
              <a:ea typeface="黑体" panose="02010609060101010101" pitchFamily="49" charset="-122"/>
            </a:endParaRPr>
          </a:p>
        </p:txBody>
      </p:sp>
      <p:sp>
        <p:nvSpPr>
          <p:cNvPr id="38" name="Text Placeholder 37">
            <a:extLst>
              <a:ext uri="{FF2B5EF4-FFF2-40B4-BE49-F238E27FC236}">
                <a16:creationId xmlns:a16="http://schemas.microsoft.com/office/drawing/2014/main" id="{933FE89A-272C-45E8-AB70-308E20E790CA}"/>
              </a:ext>
            </a:extLst>
          </p:cNvPr>
          <p:cNvSpPr>
            <a:spLocks noGrp="1"/>
          </p:cNvSpPr>
          <p:nvPr userDrawn="1">
            <p:ph type="body" sz="quarter" idx="18"/>
          </p:nvPr>
        </p:nvSpPr>
        <p:spPr>
          <a:xfrm>
            <a:off x="403335" y="1422892"/>
            <a:ext cx="1097292" cy="727075"/>
          </a:xfrm>
          <a:prstGeom prst="rect">
            <a:avLst/>
          </a:prstGeom>
          <a:solidFill>
            <a:srgbClr val="E5F4FB"/>
          </a:solidFill>
        </p:spPr>
        <p:txBody>
          <a:bodyPr lIns="45720" tIns="45720" rIns="45720">
            <a:noAutofit/>
          </a:bodyPr>
          <a:lstStyle>
            <a:lvl1pPr marL="0" indent="0">
              <a:buNone/>
              <a:defRPr sz="1200" b="1">
                <a:solidFill>
                  <a:schemeClr val="tx1"/>
                </a:solidFill>
              </a:defRPr>
            </a:lvl1pPr>
          </a:lstStyle>
          <a:p>
            <a:pPr lvl="0"/>
            <a:r>
              <a:rPr lang="en-US"/>
              <a:t>Click to edit Master text styles</a:t>
            </a:r>
          </a:p>
        </p:txBody>
      </p:sp>
      <p:sp>
        <p:nvSpPr>
          <p:cNvPr id="39" name="Text Placeholder 37">
            <a:extLst>
              <a:ext uri="{FF2B5EF4-FFF2-40B4-BE49-F238E27FC236}">
                <a16:creationId xmlns:a16="http://schemas.microsoft.com/office/drawing/2014/main" id="{49C9DA27-DCA9-45A3-9FC9-3255A4D3DA17}"/>
              </a:ext>
            </a:extLst>
          </p:cNvPr>
          <p:cNvSpPr>
            <a:spLocks noGrp="1"/>
          </p:cNvSpPr>
          <p:nvPr userDrawn="1">
            <p:ph type="body" sz="quarter" idx="19"/>
          </p:nvPr>
        </p:nvSpPr>
        <p:spPr>
          <a:xfrm>
            <a:off x="403335" y="2363308"/>
            <a:ext cx="1097292" cy="1234440"/>
          </a:xfrm>
          <a:prstGeom prst="rect">
            <a:avLst/>
          </a:prstGeom>
          <a:solidFill>
            <a:srgbClr val="B2E0F3"/>
          </a:solidFill>
        </p:spPr>
        <p:txBody>
          <a:bodyPr lIns="45720" tIns="45720" rIns="45720" bIns="45720">
            <a:normAutofit/>
          </a:bodyPr>
          <a:lstStyle>
            <a:lvl1pPr marL="0" indent="0">
              <a:buNone/>
              <a:defRPr sz="1200" b="1">
                <a:solidFill>
                  <a:schemeClr val="tx1"/>
                </a:solidFill>
              </a:defRPr>
            </a:lvl1pPr>
          </a:lstStyle>
          <a:p>
            <a:pPr lvl="0"/>
            <a:r>
              <a:rPr lang="en-US"/>
              <a:t>Click to edit Master text styles</a:t>
            </a:r>
          </a:p>
        </p:txBody>
      </p:sp>
      <p:sp>
        <p:nvSpPr>
          <p:cNvPr id="47" name="Text Placeholder 37">
            <a:extLst>
              <a:ext uri="{FF2B5EF4-FFF2-40B4-BE49-F238E27FC236}">
                <a16:creationId xmlns:a16="http://schemas.microsoft.com/office/drawing/2014/main" id="{1820A796-B91D-4341-9C24-DFCA3176CB94}"/>
              </a:ext>
            </a:extLst>
          </p:cNvPr>
          <p:cNvSpPr>
            <a:spLocks noGrp="1"/>
          </p:cNvSpPr>
          <p:nvPr userDrawn="1">
            <p:ph type="body" sz="quarter" idx="20"/>
          </p:nvPr>
        </p:nvSpPr>
        <p:spPr>
          <a:xfrm>
            <a:off x="403335" y="3810857"/>
            <a:ext cx="1097292" cy="727075"/>
          </a:xfrm>
          <a:prstGeom prst="rect">
            <a:avLst/>
          </a:prstGeom>
          <a:solidFill>
            <a:srgbClr val="7FCCEC"/>
          </a:solidFill>
        </p:spPr>
        <p:txBody>
          <a:bodyPr lIns="45720" tIns="45720" rIns="45720" bIns="45720">
            <a:normAutofit/>
          </a:bodyPr>
          <a:lstStyle>
            <a:lvl1pPr marL="0" indent="0">
              <a:buNone/>
              <a:defRPr sz="1200" b="1">
                <a:solidFill>
                  <a:schemeClr val="tx1"/>
                </a:solidFill>
              </a:defRPr>
            </a:lvl1pPr>
          </a:lstStyle>
          <a:p>
            <a:pPr lvl="0"/>
            <a:r>
              <a:rPr lang="en-US"/>
              <a:t>Click to edit Master text styles</a:t>
            </a:r>
          </a:p>
        </p:txBody>
      </p:sp>
      <p:sp>
        <p:nvSpPr>
          <p:cNvPr id="48" name="Text Placeholder 37">
            <a:extLst>
              <a:ext uri="{FF2B5EF4-FFF2-40B4-BE49-F238E27FC236}">
                <a16:creationId xmlns:a16="http://schemas.microsoft.com/office/drawing/2014/main" id="{43B401DB-7900-40BA-85B0-D55E6ADEE5EA}"/>
              </a:ext>
            </a:extLst>
          </p:cNvPr>
          <p:cNvSpPr>
            <a:spLocks noGrp="1"/>
          </p:cNvSpPr>
          <p:nvPr userDrawn="1">
            <p:ph type="body" sz="quarter" idx="21"/>
          </p:nvPr>
        </p:nvSpPr>
        <p:spPr>
          <a:xfrm>
            <a:off x="403335" y="4749508"/>
            <a:ext cx="1097292" cy="1645920"/>
          </a:xfrm>
          <a:prstGeom prst="rect">
            <a:avLst/>
          </a:prstGeom>
          <a:solidFill>
            <a:srgbClr val="5ACEFF"/>
          </a:solidFill>
        </p:spPr>
        <p:txBody>
          <a:bodyPr lIns="45720" tIns="45720" rIns="45720" bIns="45720">
            <a:normAutofit/>
          </a:bodyPr>
          <a:lstStyle>
            <a:lvl1pPr marL="0" indent="0">
              <a:buNone/>
              <a:defRPr sz="1200" b="1">
                <a:solidFill>
                  <a:schemeClr val="tx1"/>
                </a:solidFill>
              </a:defRPr>
            </a:lvl1pPr>
          </a:lstStyle>
          <a:p>
            <a:pPr lvl="0"/>
            <a:r>
              <a:rPr lang="en-US"/>
              <a:t>Click to edit Master text styles</a:t>
            </a:r>
          </a:p>
        </p:txBody>
      </p:sp>
      <p:sp>
        <p:nvSpPr>
          <p:cNvPr id="50" name="Text Placeholder 49">
            <a:extLst>
              <a:ext uri="{FF2B5EF4-FFF2-40B4-BE49-F238E27FC236}">
                <a16:creationId xmlns:a16="http://schemas.microsoft.com/office/drawing/2014/main" id="{E9EB689E-6E04-4CB2-8C04-55012D28B936}"/>
              </a:ext>
            </a:extLst>
          </p:cNvPr>
          <p:cNvSpPr>
            <a:spLocks noGrp="1"/>
          </p:cNvSpPr>
          <p:nvPr userDrawn="1">
            <p:ph type="body" sz="quarter" idx="22"/>
          </p:nvPr>
        </p:nvSpPr>
        <p:spPr>
          <a:xfrm>
            <a:off x="1880171" y="1420436"/>
            <a:ext cx="9924836" cy="731987"/>
          </a:xfrm>
          <a:prstGeom prst="rect">
            <a:avLst/>
          </a:prstGeom>
        </p:spPr>
        <p:txBody>
          <a:bodyPr lIns="0" rIns="0">
            <a:normAutofit/>
          </a:bodyPr>
          <a:lstStyle>
            <a:lvl1pPr marL="171450" indent="-171450">
              <a:lnSpc>
                <a:spcPct val="100000"/>
              </a:lnSpc>
              <a:buClr>
                <a:srgbClr val="E5F4FB"/>
              </a:buClr>
              <a:buFont typeface="Wingdings" pitchFamily="2" charset="2"/>
              <a:buChar char="§"/>
              <a:defRPr sz="1800"/>
            </a:lvl1pPr>
            <a:lvl2pPr marL="401638" indent="-228600">
              <a:lnSpc>
                <a:spcPct val="100000"/>
              </a:lnSpc>
              <a:spcBef>
                <a:spcPts val="0"/>
              </a:spcBef>
              <a:buClr>
                <a:schemeClr val="tx1"/>
              </a:buClr>
              <a:buFont typeface="System Font Regular"/>
              <a:buChar char="—"/>
              <a:tabLst/>
              <a:defRPr sz="1600"/>
            </a:lvl2pPr>
          </a:lstStyle>
          <a:p>
            <a:pPr lvl="0"/>
            <a:r>
              <a:rPr lang="en-US"/>
              <a:t>Click to edit Master text styles</a:t>
            </a:r>
          </a:p>
          <a:p>
            <a:pPr lvl="1"/>
            <a:r>
              <a:rPr lang="en-US"/>
              <a:t>Second level</a:t>
            </a:r>
          </a:p>
        </p:txBody>
      </p:sp>
      <p:sp>
        <p:nvSpPr>
          <p:cNvPr id="51" name="Text Placeholder 49">
            <a:extLst>
              <a:ext uri="{FF2B5EF4-FFF2-40B4-BE49-F238E27FC236}">
                <a16:creationId xmlns:a16="http://schemas.microsoft.com/office/drawing/2014/main" id="{190A84C9-64ED-4442-BBD8-14C5F02E0555}"/>
              </a:ext>
            </a:extLst>
          </p:cNvPr>
          <p:cNvSpPr>
            <a:spLocks noGrp="1"/>
          </p:cNvSpPr>
          <p:nvPr userDrawn="1">
            <p:ph type="body" sz="quarter" idx="23"/>
          </p:nvPr>
        </p:nvSpPr>
        <p:spPr>
          <a:xfrm>
            <a:off x="1880171" y="2361777"/>
            <a:ext cx="9924836" cy="1237503"/>
          </a:xfrm>
          <a:prstGeom prst="rect">
            <a:avLst/>
          </a:prstGeom>
        </p:spPr>
        <p:txBody>
          <a:bodyPr lIns="0" rIns="0">
            <a:normAutofit/>
          </a:bodyPr>
          <a:lstStyle>
            <a:lvl1pPr marL="171450" indent="-171450">
              <a:lnSpc>
                <a:spcPct val="100000"/>
              </a:lnSpc>
              <a:buClr>
                <a:srgbClr val="B2E0F3"/>
              </a:buClr>
              <a:buFont typeface="Wingdings" pitchFamily="2" charset="2"/>
              <a:buChar char="§"/>
              <a:defRPr sz="1800"/>
            </a:lvl1pPr>
            <a:lvl2pPr marL="401638" indent="-228600">
              <a:lnSpc>
                <a:spcPct val="100000"/>
              </a:lnSpc>
              <a:spcBef>
                <a:spcPts val="0"/>
              </a:spcBef>
              <a:buClr>
                <a:schemeClr val="accent1"/>
              </a:buClr>
              <a:buFont typeface="System Font Regular"/>
              <a:buChar char="—"/>
              <a:tabLst/>
              <a:defRPr lang="en-US" sz="1600" kern="1200" dirty="0">
                <a:solidFill>
                  <a:schemeClr val="tx2"/>
                </a:solidFill>
                <a:latin typeface="Helvetica" pitchFamily="2" charset="0"/>
                <a:ea typeface="+mn-ea"/>
                <a:cs typeface="+mn-cs"/>
              </a:defRPr>
            </a:lvl2pPr>
          </a:lstStyle>
          <a:p>
            <a:pPr lvl="0"/>
            <a:r>
              <a:rPr lang="en-US"/>
              <a:t>Click to edit Master text styles</a:t>
            </a:r>
          </a:p>
          <a:p>
            <a:pPr marL="401638" lvl="1" indent="-228600" algn="l" defTabSz="914400" rtl="0" eaLnBrk="1" latinLnBrk="0" hangingPunct="1">
              <a:lnSpc>
                <a:spcPct val="100000"/>
              </a:lnSpc>
              <a:spcBef>
                <a:spcPts val="0"/>
              </a:spcBef>
              <a:buClr>
                <a:schemeClr val="tx1"/>
              </a:buClr>
              <a:buFont typeface="System Font Regular"/>
              <a:buChar char="—"/>
              <a:tabLst/>
            </a:pPr>
            <a:r>
              <a:rPr lang="en-US"/>
              <a:t>Second level</a:t>
            </a:r>
          </a:p>
        </p:txBody>
      </p:sp>
      <p:sp>
        <p:nvSpPr>
          <p:cNvPr id="52" name="Text Placeholder 49">
            <a:extLst>
              <a:ext uri="{FF2B5EF4-FFF2-40B4-BE49-F238E27FC236}">
                <a16:creationId xmlns:a16="http://schemas.microsoft.com/office/drawing/2014/main" id="{841D324C-E76C-4BE5-B957-D24088B55E5A}"/>
              </a:ext>
            </a:extLst>
          </p:cNvPr>
          <p:cNvSpPr>
            <a:spLocks noGrp="1"/>
          </p:cNvSpPr>
          <p:nvPr userDrawn="1">
            <p:ph type="body" sz="quarter" idx="24"/>
          </p:nvPr>
        </p:nvSpPr>
        <p:spPr>
          <a:xfrm>
            <a:off x="1880171" y="4749508"/>
            <a:ext cx="9924836" cy="1645920"/>
          </a:xfrm>
          <a:prstGeom prst="rect">
            <a:avLst/>
          </a:prstGeom>
        </p:spPr>
        <p:txBody>
          <a:bodyPr lIns="0" rIns="0">
            <a:normAutofit/>
          </a:bodyPr>
          <a:lstStyle>
            <a:lvl1pPr marL="171450" indent="-171450">
              <a:lnSpc>
                <a:spcPct val="100000"/>
              </a:lnSpc>
              <a:buClr>
                <a:srgbClr val="5ACEFF"/>
              </a:buClr>
              <a:buFont typeface="Wingdings" pitchFamily="2" charset="2"/>
              <a:buChar char="§"/>
              <a:defRPr sz="1800"/>
            </a:lvl1pPr>
            <a:lvl2pPr marL="401638" indent="-228600">
              <a:lnSpc>
                <a:spcPct val="100000"/>
              </a:lnSpc>
              <a:spcBef>
                <a:spcPts val="0"/>
              </a:spcBef>
              <a:buClr>
                <a:schemeClr val="accent1"/>
              </a:buClr>
              <a:buFont typeface="System Font Regular"/>
              <a:buChar char="—"/>
              <a:tabLst/>
              <a:defRPr lang="en-US" sz="1600" kern="1200" dirty="0">
                <a:solidFill>
                  <a:schemeClr val="tx2"/>
                </a:solidFill>
                <a:latin typeface="Helvetica" pitchFamily="2" charset="0"/>
                <a:ea typeface="+mn-ea"/>
                <a:cs typeface="+mn-cs"/>
              </a:defRPr>
            </a:lvl2pPr>
          </a:lstStyle>
          <a:p>
            <a:pPr lvl="0"/>
            <a:r>
              <a:rPr lang="en-US"/>
              <a:t>Click to edit Master text styles</a:t>
            </a:r>
          </a:p>
          <a:p>
            <a:pPr marL="401638" lvl="1" indent="-228600" algn="l" defTabSz="914400" rtl="0" eaLnBrk="1" latinLnBrk="0" hangingPunct="1">
              <a:lnSpc>
                <a:spcPct val="100000"/>
              </a:lnSpc>
              <a:spcBef>
                <a:spcPts val="0"/>
              </a:spcBef>
              <a:buClr>
                <a:schemeClr val="tx1"/>
              </a:buClr>
              <a:buFont typeface="System Font Regular"/>
              <a:buChar char="—"/>
              <a:tabLst/>
            </a:pPr>
            <a:r>
              <a:rPr lang="en-US"/>
              <a:t>Second level</a:t>
            </a:r>
          </a:p>
        </p:txBody>
      </p:sp>
      <p:sp>
        <p:nvSpPr>
          <p:cNvPr id="53" name="Text Placeholder 49">
            <a:extLst>
              <a:ext uri="{FF2B5EF4-FFF2-40B4-BE49-F238E27FC236}">
                <a16:creationId xmlns:a16="http://schemas.microsoft.com/office/drawing/2014/main" id="{D1001C76-CC93-4E62-A1E7-EEE07DD84404}"/>
              </a:ext>
            </a:extLst>
          </p:cNvPr>
          <p:cNvSpPr>
            <a:spLocks noGrp="1"/>
          </p:cNvSpPr>
          <p:nvPr userDrawn="1">
            <p:ph type="body" sz="quarter" idx="25"/>
          </p:nvPr>
        </p:nvSpPr>
        <p:spPr>
          <a:xfrm>
            <a:off x="1880171" y="3808634"/>
            <a:ext cx="9924836" cy="731520"/>
          </a:xfrm>
          <a:prstGeom prst="rect">
            <a:avLst/>
          </a:prstGeom>
        </p:spPr>
        <p:txBody>
          <a:bodyPr lIns="0" rIns="0">
            <a:normAutofit/>
          </a:bodyPr>
          <a:lstStyle>
            <a:lvl1pPr marL="171450" indent="-171450">
              <a:lnSpc>
                <a:spcPct val="100000"/>
              </a:lnSpc>
              <a:buClr>
                <a:srgbClr val="7FCCEC"/>
              </a:buClr>
              <a:buFont typeface="Wingdings" pitchFamily="2" charset="2"/>
              <a:buChar char="§"/>
              <a:defRPr sz="1800"/>
            </a:lvl1pPr>
            <a:lvl2pPr marL="401638" indent="-228600">
              <a:lnSpc>
                <a:spcPct val="100000"/>
              </a:lnSpc>
              <a:spcBef>
                <a:spcPts val="0"/>
              </a:spcBef>
              <a:buClr>
                <a:schemeClr val="accent1"/>
              </a:buClr>
              <a:buFont typeface="System Font Regular"/>
              <a:buChar char="—"/>
              <a:tabLst/>
              <a:defRPr lang="en-US" sz="1600" kern="1200" dirty="0">
                <a:solidFill>
                  <a:schemeClr val="tx2"/>
                </a:solidFill>
                <a:latin typeface="Helvetica" pitchFamily="2" charset="0"/>
                <a:ea typeface="+mn-ea"/>
                <a:cs typeface="+mn-cs"/>
              </a:defRPr>
            </a:lvl2pPr>
          </a:lstStyle>
          <a:p>
            <a:pPr lvl="0"/>
            <a:r>
              <a:rPr lang="en-US"/>
              <a:t>Click to edit Master text styles</a:t>
            </a:r>
          </a:p>
          <a:p>
            <a:pPr marL="401638" lvl="1" indent="-228600" algn="l" defTabSz="914400" rtl="0" eaLnBrk="1" latinLnBrk="0" hangingPunct="1">
              <a:lnSpc>
                <a:spcPct val="100000"/>
              </a:lnSpc>
              <a:spcBef>
                <a:spcPts val="0"/>
              </a:spcBef>
              <a:buClr>
                <a:schemeClr val="tx1"/>
              </a:buClr>
              <a:buFont typeface="System Font Regular"/>
              <a:buChar char="—"/>
              <a:tabLst/>
            </a:pPr>
            <a:r>
              <a:rPr lang="en-US"/>
              <a:t>Second level</a:t>
            </a:r>
          </a:p>
        </p:txBody>
      </p:sp>
      <p:sp>
        <p:nvSpPr>
          <p:cNvPr id="16" name="Rectangle: Rounded Corners 6">
            <a:extLst>
              <a:ext uri="{FF2B5EF4-FFF2-40B4-BE49-F238E27FC236}">
                <a16:creationId xmlns:a16="http://schemas.microsoft.com/office/drawing/2014/main" id="{0AE1973E-09DA-1159-00BD-338FFE9D07B4}"/>
              </a:ext>
            </a:extLst>
          </p:cNvPr>
          <p:cNvSpPr/>
          <p:nvPr userDrawn="1"/>
        </p:nvSpPr>
        <p:spPr>
          <a:xfrm>
            <a:off x="1545390" y="2363308"/>
            <a:ext cx="82296" cy="1234440"/>
          </a:xfrm>
          <a:prstGeom prst="rect">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68580" tIns="68580" rIns="68580" bIns="6858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ltLang="zh-CN" sz="1050" b="1">
              <a:solidFill>
                <a:srgbClr val="FFFFFF"/>
              </a:solidFill>
              <a:latin typeface="Arial" panose="020B0604020202020204"/>
              <a:ea typeface="黑体" panose="02010609060101010101" pitchFamily="49" charset="-122"/>
            </a:endParaRPr>
          </a:p>
        </p:txBody>
      </p:sp>
      <p:sp>
        <p:nvSpPr>
          <p:cNvPr id="17" name="Isosceles Triangle 16">
            <a:extLst>
              <a:ext uri="{FF2B5EF4-FFF2-40B4-BE49-F238E27FC236}">
                <a16:creationId xmlns:a16="http://schemas.microsoft.com/office/drawing/2014/main" id="{498291EA-174E-EC97-5CF4-199AD0C58076}"/>
              </a:ext>
            </a:extLst>
          </p:cNvPr>
          <p:cNvSpPr/>
          <p:nvPr userDrawn="1"/>
        </p:nvSpPr>
        <p:spPr>
          <a:xfrm rot="5400000">
            <a:off x="1582478" y="2899049"/>
            <a:ext cx="342900" cy="162958"/>
          </a:xfrm>
          <a:prstGeom prst="triangle">
            <a:avLst/>
          </a:prstGeom>
          <a:solidFill>
            <a:srgbClr val="B2E0F3"/>
          </a:solidFill>
        </p:spPr>
        <p:txBody>
          <a:bodyPr vert="horz" lIns="45720" tIns="45720" rIns="45720" bIns="45720" rtlCol="0">
            <a:normAutofit fontScale="2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indent="0">
              <a:lnSpc>
                <a:spcPct val="90000"/>
              </a:lnSpc>
              <a:spcBef>
                <a:spcPts val="1000"/>
              </a:spcBef>
              <a:buFont typeface="Wingdings" pitchFamily="2" charset="2"/>
              <a:buNone/>
            </a:pPr>
            <a:endParaRPr lang="en-US" sz="1200" b="1">
              <a:solidFill>
                <a:schemeClr val="tx1"/>
              </a:solidFill>
              <a:latin typeface="Helvetica" pitchFamily="2" charset="0"/>
            </a:endParaRPr>
          </a:p>
        </p:txBody>
      </p:sp>
      <p:sp>
        <p:nvSpPr>
          <p:cNvPr id="21" name="Isosceles Triangle 20">
            <a:extLst>
              <a:ext uri="{FF2B5EF4-FFF2-40B4-BE49-F238E27FC236}">
                <a16:creationId xmlns:a16="http://schemas.microsoft.com/office/drawing/2014/main" id="{D1AFC333-1CB8-8148-581C-5FDC22831ACF}"/>
              </a:ext>
            </a:extLst>
          </p:cNvPr>
          <p:cNvSpPr/>
          <p:nvPr userDrawn="1"/>
        </p:nvSpPr>
        <p:spPr>
          <a:xfrm rot="5400000">
            <a:off x="1587159" y="5490989"/>
            <a:ext cx="342900" cy="162958"/>
          </a:xfrm>
          <a:prstGeom prst="triangle">
            <a:avLst/>
          </a:prstGeom>
          <a:solidFill>
            <a:srgbClr val="5ACEFF"/>
          </a:solidFill>
        </p:spPr>
        <p:txBody>
          <a:bodyPr vert="horz" lIns="45720" tIns="45720" rIns="45720" bIns="45720" rtlCol="0">
            <a:normAutofit fontScale="25000" lnSpcReduction="20000"/>
          </a:bodyPr>
          <a:lstStyle/>
          <a:p>
            <a:pPr lvl="0" indent="0">
              <a:lnSpc>
                <a:spcPct val="90000"/>
              </a:lnSpc>
              <a:spcBef>
                <a:spcPts val="1000"/>
              </a:spcBef>
              <a:buFont typeface="Wingdings" pitchFamily="2" charset="2"/>
              <a:buNone/>
            </a:pPr>
            <a:endParaRPr lang="en-US" sz="1200" b="1">
              <a:solidFill>
                <a:schemeClr val="tx1"/>
              </a:solidFill>
              <a:latin typeface="Helvetica" pitchFamily="2" charset="0"/>
            </a:endParaRPr>
          </a:p>
        </p:txBody>
      </p:sp>
      <p:cxnSp>
        <p:nvCxnSpPr>
          <p:cNvPr id="44" name="Straight Connector 43">
            <a:extLst>
              <a:ext uri="{FF2B5EF4-FFF2-40B4-BE49-F238E27FC236}">
                <a16:creationId xmlns:a16="http://schemas.microsoft.com/office/drawing/2014/main" id="{04DF2E22-050E-007E-44ED-689407D7CA33}"/>
              </a:ext>
            </a:extLst>
          </p:cNvPr>
          <p:cNvCxnSpPr>
            <a:cxnSpLocks/>
          </p:cNvCxnSpPr>
          <p:nvPr userDrawn="1"/>
        </p:nvCxnSpPr>
        <p:spPr>
          <a:xfrm>
            <a:off x="403335" y="2257100"/>
            <a:ext cx="11256337"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B67DA7E-C457-7647-42BA-8EF0A2B421F4}"/>
              </a:ext>
            </a:extLst>
          </p:cNvPr>
          <p:cNvCxnSpPr>
            <a:cxnSpLocks/>
          </p:cNvCxnSpPr>
          <p:nvPr userDrawn="1"/>
        </p:nvCxnSpPr>
        <p:spPr>
          <a:xfrm>
            <a:off x="403335" y="3703957"/>
            <a:ext cx="11256337"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ABA7F5E-CAEB-F30F-03D6-D0461011D57A}"/>
              </a:ext>
            </a:extLst>
          </p:cNvPr>
          <p:cNvCxnSpPr>
            <a:cxnSpLocks/>
          </p:cNvCxnSpPr>
          <p:nvPr userDrawn="1"/>
        </p:nvCxnSpPr>
        <p:spPr>
          <a:xfrm>
            <a:off x="403335" y="4644831"/>
            <a:ext cx="11256337"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F0BC7CB6-9681-FF19-28C4-D59DF69BB053}"/>
              </a:ext>
            </a:extLst>
          </p:cNvPr>
          <p:cNvGrpSpPr/>
          <p:nvPr userDrawn="1"/>
        </p:nvGrpSpPr>
        <p:grpSpPr>
          <a:xfrm>
            <a:off x="0" y="0"/>
            <a:ext cx="206477" cy="6908801"/>
            <a:chOff x="0" y="0"/>
            <a:chExt cx="206477" cy="6908801"/>
          </a:xfrm>
        </p:grpSpPr>
        <p:sp>
          <p:nvSpPr>
            <p:cNvPr id="7" name="AutoShape 3">
              <a:extLst>
                <a:ext uri="{FF2B5EF4-FFF2-40B4-BE49-F238E27FC236}">
                  <a16:creationId xmlns:a16="http://schemas.microsoft.com/office/drawing/2014/main" id="{F15D938A-56E0-1F83-8B91-3326DF68AF8C}"/>
                </a:ext>
              </a:extLst>
            </p:cNvPr>
            <p:cNvSpPr/>
            <p:nvPr userDrawn="1"/>
          </p:nvSpPr>
          <p:spPr>
            <a:xfrm flipH="1">
              <a:off x="0" y="0"/>
              <a:ext cx="206477" cy="6858000"/>
            </a:xfrm>
            <a:prstGeom prst="rect">
              <a:avLst/>
            </a:prstGeom>
            <a:solidFill>
              <a:schemeClr val="accent2"/>
            </a:solidFill>
          </p:spPr>
          <p:txBody>
            <a:bodyPr/>
            <a:lstStyle/>
            <a:p>
              <a:endParaRPr lang="en-US"/>
            </a:p>
          </p:txBody>
        </p:sp>
        <p:sp>
          <p:nvSpPr>
            <p:cNvPr id="8" name="AutoShape 3">
              <a:extLst>
                <a:ext uri="{FF2B5EF4-FFF2-40B4-BE49-F238E27FC236}">
                  <a16:creationId xmlns:a16="http://schemas.microsoft.com/office/drawing/2014/main" id="{BC1186DB-1223-498A-1CCE-6D9DA3F02579}"/>
                </a:ext>
              </a:extLst>
            </p:cNvPr>
            <p:cNvSpPr/>
            <p:nvPr userDrawn="1"/>
          </p:nvSpPr>
          <p:spPr>
            <a:xfrm>
              <a:off x="0" y="0"/>
              <a:ext cx="45720" cy="6908801"/>
            </a:xfrm>
            <a:prstGeom prst="rect">
              <a:avLst/>
            </a:prstGeom>
            <a:solidFill>
              <a:schemeClr val="bg2"/>
            </a:solidFill>
          </p:spPr>
          <p:txBody>
            <a:bodyPr/>
            <a:lstStyle/>
            <a:p>
              <a:endParaRPr lang="en-US"/>
            </a:p>
          </p:txBody>
        </p:sp>
      </p:grpSp>
      <p:sp>
        <p:nvSpPr>
          <p:cNvPr id="9" name="Freeform 8">
            <a:extLst>
              <a:ext uri="{FF2B5EF4-FFF2-40B4-BE49-F238E27FC236}">
                <a16:creationId xmlns:a16="http://schemas.microsoft.com/office/drawing/2014/main" id="{38FD9B67-851C-9FE8-6F91-86BCE3DC09B8}"/>
              </a:ext>
            </a:extLst>
          </p:cNvPr>
          <p:cNvSpPr/>
          <p:nvPr userDrawn="1"/>
        </p:nvSpPr>
        <p:spPr>
          <a:xfrm>
            <a:off x="403335" y="6570528"/>
            <a:ext cx="1372133" cy="189871"/>
          </a:xfrm>
          <a:custGeom>
            <a:avLst/>
            <a:gdLst/>
            <a:ahLst/>
            <a:cxnLst/>
            <a:rect l="l" t="t" r="r" b="b"/>
            <a:pathLst>
              <a:path w="2910083" h="402687">
                <a:moveTo>
                  <a:pt x="0" y="0"/>
                </a:moveTo>
                <a:lnTo>
                  <a:pt x="2910083" y="0"/>
                </a:lnTo>
                <a:lnTo>
                  <a:pt x="2910083" y="402687"/>
                </a:lnTo>
                <a:lnTo>
                  <a:pt x="0" y="4026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solidFill>
                <a:schemeClr val="tx1"/>
              </a:solidFill>
            </a:endParaRPr>
          </a:p>
        </p:txBody>
      </p:sp>
      <p:sp>
        <p:nvSpPr>
          <p:cNvPr id="10" name="Title 12">
            <a:extLst>
              <a:ext uri="{FF2B5EF4-FFF2-40B4-BE49-F238E27FC236}">
                <a16:creationId xmlns:a16="http://schemas.microsoft.com/office/drawing/2014/main" id="{59D15959-2A4E-B4A7-AB2B-A034FFEAAB6F}"/>
              </a:ext>
            </a:extLst>
          </p:cNvPr>
          <p:cNvSpPr>
            <a:spLocks noGrp="1"/>
          </p:cNvSpPr>
          <p:nvPr userDrawn="1">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defRPr>
            </a:lvl1pPr>
          </a:lstStyle>
          <a:p>
            <a:pPr lvl="0"/>
            <a:r>
              <a:rPr lang="en-US"/>
              <a:t>Click to edit Master title style</a:t>
            </a:r>
          </a:p>
        </p:txBody>
      </p:sp>
      <p:sp>
        <p:nvSpPr>
          <p:cNvPr id="11" name="Text Placeholder 3">
            <a:extLst>
              <a:ext uri="{FF2B5EF4-FFF2-40B4-BE49-F238E27FC236}">
                <a16:creationId xmlns:a16="http://schemas.microsoft.com/office/drawing/2014/main" id="{F8809CB1-4A6B-23D5-F881-3A197408BE6B}"/>
              </a:ext>
            </a:extLst>
          </p:cNvPr>
          <p:cNvSpPr>
            <a:spLocks noGrp="1"/>
          </p:cNvSpPr>
          <p:nvPr userDrawn="1">
            <p:ph type="body" sz="quarter" idx="14"/>
          </p:nvPr>
        </p:nvSpPr>
        <p:spPr>
          <a:xfrm>
            <a:off x="403335" y="974774"/>
            <a:ext cx="11525906" cy="278538"/>
          </a:xfrm>
          <a:prstGeom prst="rect">
            <a:avLst/>
          </a:prstGeom>
        </p:spPr>
        <p:txBody>
          <a:bodyPr vert="horz" wrap="square" lIns="0" tIns="0" rIns="0" bIns="0" rtlCol="0">
            <a:spAutoFit/>
          </a:bodyPr>
          <a:lstStyle>
            <a:lvl1pPr marL="0" indent="0">
              <a:buNone/>
              <a:defRPr lang="en-US" sz="2000" dirty="0">
                <a:solidFill>
                  <a:schemeClr val="accent1"/>
                </a:solidFill>
              </a:defRPr>
            </a:lvl1pPr>
          </a:lstStyle>
          <a:p>
            <a:pPr marL="174621" lvl="0" indent="-174621"/>
            <a:r>
              <a:rPr lang="en-US"/>
              <a:t>Click to edit Master text styles</a:t>
            </a:r>
          </a:p>
        </p:txBody>
      </p:sp>
      <p:sp>
        <p:nvSpPr>
          <p:cNvPr id="12" name="TextBox 11">
            <a:extLst>
              <a:ext uri="{FF2B5EF4-FFF2-40B4-BE49-F238E27FC236}">
                <a16:creationId xmlns:a16="http://schemas.microsoft.com/office/drawing/2014/main" id="{994E7BE5-6472-2DA2-E432-85C1933FBC0C}"/>
              </a:ext>
            </a:extLst>
          </p:cNvPr>
          <p:cNvSpPr txBox="1"/>
          <p:nvPr userDrawn="1"/>
        </p:nvSpPr>
        <p:spPr>
          <a:xfrm>
            <a:off x="11565988" y="6591122"/>
            <a:ext cx="363253" cy="169277"/>
          </a:xfrm>
          <a:prstGeom prst="rect">
            <a:avLst/>
          </a:prstGeom>
          <a:noFill/>
        </p:spPr>
        <p:txBody>
          <a:bodyPr wrap="square" lIns="0" tIns="0" rIns="0" bIns="0" rtlCol="0" anchor="b" anchorCtr="0">
            <a:spAutoFit/>
          </a:bodyPr>
          <a:lstStyle/>
          <a:p>
            <a:pPr algn="r"/>
            <a:fld id="{D0807A39-E1A1-D742-90F2-296DE3679287}" type="slidenum">
              <a:rPr lang="en-US" sz="1100" b="0" smtClean="0">
                <a:solidFill>
                  <a:schemeClr val="tx1"/>
                </a:solidFill>
                <a:latin typeface="Helvetica" pitchFamily="2" charset="0"/>
              </a:rPr>
              <a:pPr algn="r"/>
              <a:t>‹#›</a:t>
            </a:fld>
            <a:endParaRPr lang="en-US" sz="1100" b="0">
              <a:solidFill>
                <a:schemeClr val="tx1"/>
              </a:solidFill>
              <a:latin typeface="Helvetica" pitchFamily="2" charset="0"/>
            </a:endParaRPr>
          </a:p>
        </p:txBody>
      </p:sp>
    </p:spTree>
    <p:extLst>
      <p:ext uri="{BB962C8B-B14F-4D97-AF65-F5344CB8AC3E}">
        <p14:creationId xmlns:p14="http://schemas.microsoft.com/office/powerpoint/2010/main" val="10911937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ategory">
    <p:spTree>
      <p:nvGrpSpPr>
        <p:cNvPr id="1" name=""/>
        <p:cNvGrpSpPr/>
        <p:nvPr/>
      </p:nvGrpSpPr>
      <p:grpSpPr>
        <a:xfrm>
          <a:off x="0" y="0"/>
          <a:ext cx="0" cy="0"/>
          <a:chOff x="0" y="0"/>
          <a:chExt cx="0" cy="0"/>
        </a:xfrm>
      </p:grpSpPr>
      <p:sp>
        <p:nvSpPr>
          <p:cNvPr id="25" name="Content Placeholder 4">
            <a:extLst>
              <a:ext uri="{FF2B5EF4-FFF2-40B4-BE49-F238E27FC236}">
                <a16:creationId xmlns:a16="http://schemas.microsoft.com/office/drawing/2014/main" id="{4A0C9575-755B-D70F-4D35-CD727B8905FA}"/>
              </a:ext>
            </a:extLst>
          </p:cNvPr>
          <p:cNvSpPr>
            <a:spLocks noGrp="1"/>
          </p:cNvSpPr>
          <p:nvPr>
            <p:ph sz="quarter" idx="24"/>
          </p:nvPr>
        </p:nvSpPr>
        <p:spPr>
          <a:xfrm>
            <a:off x="9159240" y="2474268"/>
            <a:ext cx="2468880" cy="3603323"/>
          </a:xfrm>
          <a:prstGeom prst="rect">
            <a:avLst/>
          </a:prstGeom>
        </p:spPr>
        <p:txBody>
          <a:bodyPr lIns="0" tIns="0" rIns="0" bIns="0">
            <a:normAutofit/>
          </a:bodyPr>
          <a:lstStyle>
            <a:lvl1pPr marL="0" indent="0">
              <a:buNone/>
              <a:defRPr sz="1400" spc="38" baseline="0">
                <a:latin typeface="Helvetica" pitchFamily="2" charset="0"/>
                <a:cs typeface="Arial" panose="020B0604020202020204" pitchFamily="34" charset="0"/>
              </a:defRPr>
            </a:lvl1pPr>
            <a:lvl2pPr marL="0" indent="-137147">
              <a:buClr>
                <a:srgbClr val="C0D9F3"/>
              </a:buClr>
              <a:buFont typeface="Arial" panose="020B0604020202020204" pitchFamily="34" charset="0"/>
              <a:buChar char="•"/>
              <a:defRPr sz="1400" spc="38" baseline="0">
                <a:latin typeface="Helvetica" pitchFamily="2" charset="0"/>
                <a:cs typeface="Arial" panose="020B0604020202020204" pitchFamily="34" charset="0"/>
              </a:defRPr>
            </a:lvl2pPr>
            <a:lvl3pPr marL="274295" indent="-137147">
              <a:buClr>
                <a:schemeClr val="tx1"/>
              </a:buClr>
              <a:buFont typeface="Arial" panose="020B0604020202020204" pitchFamily="34" charset="0"/>
              <a:buChar char="•"/>
              <a:defRPr sz="1200" spc="38" baseline="0">
                <a:latin typeface="Helvetica" pitchFamily="2" charset="0"/>
                <a:cs typeface="Arial" panose="020B0604020202020204" pitchFamily="34" charset="0"/>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p:txBody>
      </p:sp>
      <p:sp>
        <p:nvSpPr>
          <p:cNvPr id="17" name="Content Placeholder 3">
            <a:extLst>
              <a:ext uri="{FF2B5EF4-FFF2-40B4-BE49-F238E27FC236}">
                <a16:creationId xmlns:a16="http://schemas.microsoft.com/office/drawing/2014/main" id="{AFE61788-934A-7B60-2A2F-0DB0BB719BC6}"/>
              </a:ext>
            </a:extLst>
          </p:cNvPr>
          <p:cNvSpPr>
            <a:spLocks noGrp="1"/>
          </p:cNvSpPr>
          <p:nvPr>
            <p:ph sz="quarter" idx="20"/>
          </p:nvPr>
        </p:nvSpPr>
        <p:spPr>
          <a:xfrm>
            <a:off x="6294120" y="2474268"/>
            <a:ext cx="2468880" cy="3603323"/>
          </a:xfrm>
          <a:prstGeom prst="rect">
            <a:avLst/>
          </a:prstGeom>
        </p:spPr>
        <p:txBody>
          <a:bodyPr lIns="0" tIns="0" rIns="0" bIns="0">
            <a:normAutofit/>
          </a:bodyPr>
          <a:lstStyle>
            <a:lvl1pPr marL="0" indent="0">
              <a:buNone/>
              <a:defRPr sz="1400" spc="38" baseline="0">
                <a:latin typeface="Helvetica" pitchFamily="2" charset="0"/>
                <a:cs typeface="Arial" panose="020B0604020202020204" pitchFamily="34" charset="0"/>
              </a:defRPr>
            </a:lvl1pPr>
            <a:lvl2pPr marL="0" indent="-137147">
              <a:buClr>
                <a:schemeClr val="accent1"/>
              </a:buClr>
              <a:buFont typeface="Wingdings" pitchFamily="2" charset="2"/>
              <a:buChar char="§"/>
              <a:defRPr sz="1400" spc="38" baseline="0">
                <a:latin typeface="Helvetica" pitchFamily="2" charset="0"/>
                <a:cs typeface="Arial" panose="020B0604020202020204" pitchFamily="34" charset="0"/>
              </a:defRPr>
            </a:lvl2pPr>
            <a:lvl3pPr marL="274295" indent="-137147">
              <a:buClr>
                <a:schemeClr val="tx1"/>
              </a:buClr>
              <a:buFont typeface="Arial" panose="020B0604020202020204" pitchFamily="34" charset="0"/>
              <a:buChar char="•"/>
              <a:defRPr sz="1200" spc="38" baseline="0">
                <a:latin typeface="Helvetica" pitchFamily="2" charset="0"/>
                <a:cs typeface="Arial" panose="020B0604020202020204" pitchFamily="34" charset="0"/>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p:txBody>
      </p:sp>
      <p:sp>
        <p:nvSpPr>
          <p:cNvPr id="15" name="Content Placeholder 2">
            <a:extLst>
              <a:ext uri="{FF2B5EF4-FFF2-40B4-BE49-F238E27FC236}">
                <a16:creationId xmlns:a16="http://schemas.microsoft.com/office/drawing/2014/main" id="{1A4E5782-30B2-D484-44B5-A758140688C3}"/>
              </a:ext>
            </a:extLst>
          </p:cNvPr>
          <p:cNvSpPr>
            <a:spLocks noGrp="1"/>
          </p:cNvSpPr>
          <p:nvPr>
            <p:ph sz="quarter" idx="19"/>
          </p:nvPr>
        </p:nvSpPr>
        <p:spPr>
          <a:xfrm>
            <a:off x="3438279" y="2474268"/>
            <a:ext cx="2468880" cy="3603323"/>
          </a:xfrm>
          <a:prstGeom prst="rect">
            <a:avLst/>
          </a:prstGeom>
        </p:spPr>
        <p:txBody>
          <a:bodyPr lIns="0" tIns="0" rIns="0" bIns="0">
            <a:normAutofit/>
          </a:bodyPr>
          <a:lstStyle>
            <a:lvl1pPr marL="0" indent="0">
              <a:buNone/>
              <a:defRPr sz="1400" spc="38" baseline="0">
                <a:latin typeface="Helvetica" pitchFamily="2" charset="0"/>
                <a:cs typeface="Arial" panose="020B0604020202020204" pitchFamily="34" charset="0"/>
              </a:defRPr>
            </a:lvl1pPr>
            <a:lvl2pPr marL="0" indent="-137147">
              <a:buClr>
                <a:schemeClr val="bg2"/>
              </a:buClr>
              <a:buFont typeface="Wingdings" pitchFamily="2" charset="2"/>
              <a:buChar char="§"/>
              <a:defRPr sz="1400" spc="38" baseline="0">
                <a:latin typeface="Helvetica" pitchFamily="2" charset="0"/>
                <a:cs typeface="Arial" panose="020B0604020202020204" pitchFamily="34" charset="0"/>
              </a:defRPr>
            </a:lvl2pPr>
            <a:lvl3pPr marL="274295" indent="-137147">
              <a:buClr>
                <a:schemeClr val="tx1"/>
              </a:buClr>
              <a:buFont typeface="Arial" panose="020B0604020202020204" pitchFamily="34" charset="0"/>
              <a:buChar char="•"/>
              <a:defRPr sz="1200" spc="38" baseline="0">
                <a:latin typeface="Helvetica" pitchFamily="2" charset="0"/>
                <a:cs typeface="Arial" panose="020B0604020202020204" pitchFamily="34" charset="0"/>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p:txBody>
      </p:sp>
      <p:sp>
        <p:nvSpPr>
          <p:cNvPr id="7" name="Content Placeholder 1">
            <a:extLst>
              <a:ext uri="{FF2B5EF4-FFF2-40B4-BE49-F238E27FC236}">
                <a16:creationId xmlns:a16="http://schemas.microsoft.com/office/drawing/2014/main" id="{AA50B02E-3016-7BB7-C78E-81B0B70401FC}"/>
              </a:ext>
            </a:extLst>
          </p:cNvPr>
          <p:cNvSpPr>
            <a:spLocks noGrp="1"/>
          </p:cNvSpPr>
          <p:nvPr>
            <p:ph sz="quarter" idx="17"/>
          </p:nvPr>
        </p:nvSpPr>
        <p:spPr>
          <a:xfrm>
            <a:off x="563880" y="2474268"/>
            <a:ext cx="2468880" cy="3603323"/>
          </a:xfrm>
          <a:prstGeom prst="rect">
            <a:avLst/>
          </a:prstGeom>
        </p:spPr>
        <p:txBody>
          <a:bodyPr lIns="0" tIns="0" rIns="0" bIns="0">
            <a:normAutofit/>
          </a:bodyPr>
          <a:lstStyle>
            <a:lvl1pPr marL="0" indent="0">
              <a:buNone/>
              <a:defRPr sz="1400" spc="38" baseline="0">
                <a:latin typeface="Helvetica" pitchFamily="2" charset="0"/>
                <a:cs typeface="Arial" panose="020B0604020202020204" pitchFamily="34" charset="0"/>
              </a:defRPr>
            </a:lvl1pPr>
            <a:lvl2pPr marL="0" indent="-137147">
              <a:buClr>
                <a:schemeClr val="tx1"/>
              </a:buClr>
              <a:buFont typeface="Wingdings" pitchFamily="2" charset="2"/>
              <a:buChar char="§"/>
              <a:defRPr sz="1400" spc="38" baseline="0">
                <a:latin typeface="Helvetica" pitchFamily="2" charset="0"/>
                <a:cs typeface="Arial" panose="020B0604020202020204" pitchFamily="34" charset="0"/>
              </a:defRPr>
            </a:lvl2pPr>
            <a:lvl3pPr marL="274295" indent="-137147">
              <a:buClr>
                <a:schemeClr val="tx1"/>
              </a:buClr>
              <a:buFont typeface="Arial" panose="020B0604020202020204" pitchFamily="34" charset="0"/>
              <a:buChar char="•"/>
              <a:defRPr sz="1200" spc="38" baseline="0">
                <a:latin typeface="Helvetica" pitchFamily="2" charset="0"/>
                <a:cs typeface="Arial" panose="020B0604020202020204" pitchFamily="34" charset="0"/>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p:txBody>
      </p:sp>
      <p:cxnSp>
        <p:nvCxnSpPr>
          <p:cNvPr id="9" name="Straight Connector 3">
            <a:extLst>
              <a:ext uri="{FF2B5EF4-FFF2-40B4-BE49-F238E27FC236}">
                <a16:creationId xmlns:a16="http://schemas.microsoft.com/office/drawing/2014/main" id="{2DF7678D-E296-5B98-FF76-78E26753B629}"/>
              </a:ext>
            </a:extLst>
          </p:cNvPr>
          <p:cNvCxnSpPr>
            <a:cxnSpLocks/>
          </p:cNvCxnSpPr>
          <p:nvPr/>
        </p:nvCxnSpPr>
        <p:spPr>
          <a:xfrm flipH="1">
            <a:off x="896112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6" name="Straight Connector 2">
            <a:extLst>
              <a:ext uri="{FF2B5EF4-FFF2-40B4-BE49-F238E27FC236}">
                <a16:creationId xmlns:a16="http://schemas.microsoft.com/office/drawing/2014/main" id="{49F87E35-C33D-F1B2-0182-DD12E0EFF16D}"/>
              </a:ext>
            </a:extLst>
          </p:cNvPr>
          <p:cNvCxnSpPr>
            <a:cxnSpLocks/>
          </p:cNvCxnSpPr>
          <p:nvPr/>
        </p:nvCxnSpPr>
        <p:spPr>
          <a:xfrm flipH="1">
            <a:off x="609600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2" name="Straight Connector 1">
            <a:extLst>
              <a:ext uri="{FF2B5EF4-FFF2-40B4-BE49-F238E27FC236}">
                <a16:creationId xmlns:a16="http://schemas.microsoft.com/office/drawing/2014/main" id="{B7944F2F-F182-22BE-7CD1-3BB89EEBC352}"/>
              </a:ext>
            </a:extLst>
          </p:cNvPr>
          <p:cNvCxnSpPr>
            <a:cxnSpLocks/>
          </p:cNvCxnSpPr>
          <p:nvPr/>
        </p:nvCxnSpPr>
        <p:spPr>
          <a:xfrm>
            <a:off x="323088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sp>
        <p:nvSpPr>
          <p:cNvPr id="23" name="Triangle 4">
            <a:extLst>
              <a:ext uri="{FF2B5EF4-FFF2-40B4-BE49-F238E27FC236}">
                <a16:creationId xmlns:a16="http://schemas.microsoft.com/office/drawing/2014/main" id="{C646DC3E-0CD5-9333-0269-FA44F5BA5CCE}"/>
              </a:ext>
            </a:extLst>
          </p:cNvPr>
          <p:cNvSpPr/>
          <p:nvPr/>
        </p:nvSpPr>
        <p:spPr>
          <a:xfrm rot="10800000">
            <a:off x="10049287" y="2128720"/>
            <a:ext cx="688788" cy="182880"/>
          </a:xfrm>
          <a:prstGeom prst="triangle">
            <a:avLst/>
          </a:prstGeom>
          <a:solidFill>
            <a:srgbClr val="99C1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latin typeface="Helvetica" pitchFamily="2" charset="0"/>
              <a:cs typeface="Arial" panose="020B0604020202020204" pitchFamily="34" charset="0"/>
            </a:endParaRPr>
          </a:p>
        </p:txBody>
      </p:sp>
      <p:sp>
        <p:nvSpPr>
          <p:cNvPr id="22" name="Rectangle 4">
            <a:extLst>
              <a:ext uri="{FF2B5EF4-FFF2-40B4-BE49-F238E27FC236}">
                <a16:creationId xmlns:a16="http://schemas.microsoft.com/office/drawing/2014/main" id="{8B511924-909A-6B20-0ED9-03EA658D6B60}"/>
              </a:ext>
            </a:extLst>
          </p:cNvPr>
          <p:cNvSpPr/>
          <p:nvPr userDrawn="1"/>
        </p:nvSpPr>
        <p:spPr>
          <a:xfrm>
            <a:off x="9159240" y="1463488"/>
            <a:ext cx="2468880" cy="667512"/>
          </a:xfrm>
          <a:prstGeom prst="rect">
            <a:avLst/>
          </a:prstGeom>
          <a:solidFill>
            <a:srgbClr val="C0D9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cap="none" spc="0" baseline="0">
              <a:solidFill>
                <a:schemeClr val="tx1"/>
              </a:solidFill>
              <a:latin typeface="Helvetica" pitchFamily="2" charset="0"/>
              <a:cs typeface="Arial" panose="020B0604020202020204" pitchFamily="34" charset="0"/>
            </a:endParaRPr>
          </a:p>
        </p:txBody>
      </p:sp>
      <p:sp>
        <p:nvSpPr>
          <p:cNvPr id="12" name="Triangle 3">
            <a:extLst>
              <a:ext uri="{FF2B5EF4-FFF2-40B4-BE49-F238E27FC236}">
                <a16:creationId xmlns:a16="http://schemas.microsoft.com/office/drawing/2014/main" id="{54960510-5382-DE76-2A59-504D07BA412A}"/>
              </a:ext>
            </a:extLst>
          </p:cNvPr>
          <p:cNvSpPr/>
          <p:nvPr/>
        </p:nvSpPr>
        <p:spPr>
          <a:xfrm rot="10800000">
            <a:off x="7184167" y="2128720"/>
            <a:ext cx="688788" cy="182880"/>
          </a:xfrm>
          <a:prstGeom prst="triangle">
            <a:avLst/>
          </a:prstGeom>
          <a:solidFill>
            <a:srgbClr val="E1E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latin typeface="Helvetica" pitchFamily="2" charset="0"/>
              <a:cs typeface="Arial" panose="020B0604020202020204" pitchFamily="34" charset="0"/>
            </a:endParaRPr>
          </a:p>
        </p:txBody>
      </p:sp>
      <p:sp>
        <p:nvSpPr>
          <p:cNvPr id="14" name="Rectangle 3">
            <a:extLst>
              <a:ext uri="{FF2B5EF4-FFF2-40B4-BE49-F238E27FC236}">
                <a16:creationId xmlns:a16="http://schemas.microsoft.com/office/drawing/2014/main" id="{6F2E6CC2-7987-5364-B474-31EA27714C47}"/>
              </a:ext>
            </a:extLst>
          </p:cNvPr>
          <p:cNvSpPr/>
          <p:nvPr/>
        </p:nvSpPr>
        <p:spPr>
          <a:xfrm>
            <a:off x="6294120" y="1463484"/>
            <a:ext cx="2468880" cy="667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cap="none" spc="75">
              <a:solidFill>
                <a:schemeClr val="bg1"/>
              </a:solidFill>
              <a:latin typeface="Helvetica" pitchFamily="2" charset="0"/>
              <a:cs typeface="Arial" panose="020B0604020202020204" pitchFamily="34" charset="0"/>
            </a:endParaRPr>
          </a:p>
        </p:txBody>
      </p:sp>
      <p:sp>
        <p:nvSpPr>
          <p:cNvPr id="11" name="Triangle 2">
            <a:extLst>
              <a:ext uri="{FF2B5EF4-FFF2-40B4-BE49-F238E27FC236}">
                <a16:creationId xmlns:a16="http://schemas.microsoft.com/office/drawing/2014/main" id="{B197BB52-09C3-8A8D-DDC4-078F747A3A9F}"/>
              </a:ext>
            </a:extLst>
          </p:cNvPr>
          <p:cNvSpPr/>
          <p:nvPr/>
        </p:nvSpPr>
        <p:spPr>
          <a:xfrm rot="10800000">
            <a:off x="4328326" y="2128720"/>
            <a:ext cx="688788" cy="182880"/>
          </a:xfrm>
          <a:prstGeom prst="triangle">
            <a:avLst/>
          </a:prstGeom>
          <a:solidFill>
            <a:srgbClr val="6C84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Helvetica" pitchFamily="2" charset="0"/>
              <a:cs typeface="Arial" panose="020B0604020202020204" pitchFamily="34" charset="0"/>
            </a:endParaRPr>
          </a:p>
        </p:txBody>
      </p:sp>
      <p:sp>
        <p:nvSpPr>
          <p:cNvPr id="13" name="Rectangle 2">
            <a:extLst>
              <a:ext uri="{FF2B5EF4-FFF2-40B4-BE49-F238E27FC236}">
                <a16:creationId xmlns:a16="http://schemas.microsoft.com/office/drawing/2014/main" id="{8F54FF52-C864-2970-1338-682BA13F8ED0}"/>
              </a:ext>
            </a:extLst>
          </p:cNvPr>
          <p:cNvSpPr/>
          <p:nvPr/>
        </p:nvSpPr>
        <p:spPr>
          <a:xfrm>
            <a:off x="3438279" y="1463484"/>
            <a:ext cx="2468880" cy="667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cap="none" spc="75" baseline="0">
              <a:solidFill>
                <a:schemeClr val="tx1"/>
              </a:solidFill>
              <a:latin typeface="Helvetica" pitchFamily="2" charset="0"/>
              <a:cs typeface="Arial" panose="020B0604020202020204" pitchFamily="34" charset="0"/>
            </a:endParaRPr>
          </a:p>
        </p:txBody>
      </p:sp>
      <p:sp>
        <p:nvSpPr>
          <p:cNvPr id="3" name="Triangle 1">
            <a:extLst>
              <a:ext uri="{FF2B5EF4-FFF2-40B4-BE49-F238E27FC236}">
                <a16:creationId xmlns:a16="http://schemas.microsoft.com/office/drawing/2014/main" id="{203E00CB-C5BA-6719-A4D9-021E264745C6}"/>
              </a:ext>
            </a:extLst>
          </p:cNvPr>
          <p:cNvSpPr/>
          <p:nvPr userDrawn="1"/>
        </p:nvSpPr>
        <p:spPr>
          <a:xfrm rot="10800000">
            <a:off x="1453927" y="2128720"/>
            <a:ext cx="688788" cy="182880"/>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Helvetica" pitchFamily="2" charset="0"/>
              <a:cs typeface="Arial" panose="020B0604020202020204" pitchFamily="34" charset="0"/>
            </a:endParaRPr>
          </a:p>
        </p:txBody>
      </p:sp>
      <p:sp>
        <p:nvSpPr>
          <p:cNvPr id="8" name="Rectangle 1">
            <a:extLst>
              <a:ext uri="{FF2B5EF4-FFF2-40B4-BE49-F238E27FC236}">
                <a16:creationId xmlns:a16="http://schemas.microsoft.com/office/drawing/2014/main" id="{FDC2E1C4-028B-9D74-5159-1E26D039D9FD}"/>
              </a:ext>
            </a:extLst>
          </p:cNvPr>
          <p:cNvSpPr/>
          <p:nvPr userDrawn="1"/>
        </p:nvSpPr>
        <p:spPr>
          <a:xfrm>
            <a:off x="563880" y="1463484"/>
            <a:ext cx="2468880" cy="6675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cap="none" spc="75">
              <a:latin typeface="Helvetica" pitchFamily="2" charset="0"/>
              <a:cs typeface="Arial" panose="020B0604020202020204" pitchFamily="34" charset="0"/>
            </a:endParaRPr>
          </a:p>
        </p:txBody>
      </p:sp>
      <p:cxnSp>
        <p:nvCxnSpPr>
          <p:cNvPr id="20" name="Straight Connector 3">
            <a:extLst>
              <a:ext uri="{FF2B5EF4-FFF2-40B4-BE49-F238E27FC236}">
                <a16:creationId xmlns:a16="http://schemas.microsoft.com/office/drawing/2014/main" id="{002E5114-C0C3-6D01-C853-00E8D5D4F883}"/>
              </a:ext>
            </a:extLst>
          </p:cNvPr>
          <p:cNvCxnSpPr>
            <a:cxnSpLocks/>
          </p:cNvCxnSpPr>
          <p:nvPr/>
        </p:nvCxnSpPr>
        <p:spPr>
          <a:xfrm flipH="1">
            <a:off x="896112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31" name="Straight Connector 2">
            <a:extLst>
              <a:ext uri="{FF2B5EF4-FFF2-40B4-BE49-F238E27FC236}">
                <a16:creationId xmlns:a16="http://schemas.microsoft.com/office/drawing/2014/main" id="{AF8B9AEB-60DE-BB9D-6AB5-E92ED8488799}"/>
              </a:ext>
            </a:extLst>
          </p:cNvPr>
          <p:cNvCxnSpPr>
            <a:cxnSpLocks/>
          </p:cNvCxnSpPr>
          <p:nvPr/>
        </p:nvCxnSpPr>
        <p:spPr>
          <a:xfrm flipH="1">
            <a:off x="609600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A83D0352-451E-1668-59E2-3F636C58585E}"/>
              </a:ext>
            </a:extLst>
          </p:cNvPr>
          <p:cNvCxnSpPr>
            <a:cxnSpLocks/>
          </p:cNvCxnSpPr>
          <p:nvPr/>
        </p:nvCxnSpPr>
        <p:spPr>
          <a:xfrm>
            <a:off x="323088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5" name="Straight Connector 3">
            <a:extLst>
              <a:ext uri="{FF2B5EF4-FFF2-40B4-BE49-F238E27FC236}">
                <a16:creationId xmlns:a16="http://schemas.microsoft.com/office/drawing/2014/main" id="{FD162077-EF18-2574-57D9-02AD1459E3EC}"/>
              </a:ext>
            </a:extLst>
          </p:cNvPr>
          <p:cNvCxnSpPr>
            <a:cxnSpLocks/>
          </p:cNvCxnSpPr>
          <p:nvPr userDrawn="1"/>
        </p:nvCxnSpPr>
        <p:spPr>
          <a:xfrm flipH="1">
            <a:off x="896112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10" name="Straight Connector 2">
            <a:extLst>
              <a:ext uri="{FF2B5EF4-FFF2-40B4-BE49-F238E27FC236}">
                <a16:creationId xmlns:a16="http://schemas.microsoft.com/office/drawing/2014/main" id="{AE17FA0E-F3BE-F0A7-FF98-B9DC8FEC9D74}"/>
              </a:ext>
            </a:extLst>
          </p:cNvPr>
          <p:cNvCxnSpPr>
            <a:cxnSpLocks/>
          </p:cNvCxnSpPr>
          <p:nvPr userDrawn="1"/>
        </p:nvCxnSpPr>
        <p:spPr>
          <a:xfrm flipH="1">
            <a:off x="609600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2DC68583-869C-FB1A-F405-18F7E72DC8F5}"/>
              </a:ext>
            </a:extLst>
          </p:cNvPr>
          <p:cNvCxnSpPr>
            <a:cxnSpLocks/>
          </p:cNvCxnSpPr>
          <p:nvPr userDrawn="1"/>
        </p:nvCxnSpPr>
        <p:spPr>
          <a:xfrm>
            <a:off x="323088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sp>
        <p:nvSpPr>
          <p:cNvPr id="27" name="Triangle 4">
            <a:extLst>
              <a:ext uri="{FF2B5EF4-FFF2-40B4-BE49-F238E27FC236}">
                <a16:creationId xmlns:a16="http://schemas.microsoft.com/office/drawing/2014/main" id="{299799BD-F473-67D5-BC77-7AA96D3882D9}"/>
              </a:ext>
            </a:extLst>
          </p:cNvPr>
          <p:cNvSpPr/>
          <p:nvPr userDrawn="1"/>
        </p:nvSpPr>
        <p:spPr>
          <a:xfrm rot="10800000">
            <a:off x="10049287" y="2128720"/>
            <a:ext cx="688788" cy="182880"/>
          </a:xfrm>
          <a:prstGeom prst="triangle">
            <a:avLst/>
          </a:prstGeom>
          <a:solidFill>
            <a:srgbClr val="C0D9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latin typeface="Helvetica" pitchFamily="2" charset="0"/>
              <a:cs typeface="Arial" panose="020B0604020202020204" pitchFamily="34" charset="0"/>
            </a:endParaRPr>
          </a:p>
        </p:txBody>
      </p:sp>
      <p:sp>
        <p:nvSpPr>
          <p:cNvPr id="29" name="Triangle 3">
            <a:extLst>
              <a:ext uri="{FF2B5EF4-FFF2-40B4-BE49-F238E27FC236}">
                <a16:creationId xmlns:a16="http://schemas.microsoft.com/office/drawing/2014/main" id="{0071ACB0-DE92-DFA8-E365-281875D78896}"/>
              </a:ext>
            </a:extLst>
          </p:cNvPr>
          <p:cNvSpPr/>
          <p:nvPr userDrawn="1"/>
        </p:nvSpPr>
        <p:spPr>
          <a:xfrm rot="10800000">
            <a:off x="7184167" y="2128720"/>
            <a:ext cx="688788" cy="18288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latin typeface="Helvetica" pitchFamily="2" charset="0"/>
              <a:cs typeface="Arial" panose="020B0604020202020204" pitchFamily="34" charset="0"/>
            </a:endParaRPr>
          </a:p>
        </p:txBody>
      </p:sp>
      <p:sp>
        <p:nvSpPr>
          <p:cNvPr id="33" name="Triangle 2">
            <a:extLst>
              <a:ext uri="{FF2B5EF4-FFF2-40B4-BE49-F238E27FC236}">
                <a16:creationId xmlns:a16="http://schemas.microsoft.com/office/drawing/2014/main" id="{8A8E040E-EA24-C034-3FFB-4270113ACB76}"/>
              </a:ext>
            </a:extLst>
          </p:cNvPr>
          <p:cNvSpPr/>
          <p:nvPr userDrawn="1"/>
        </p:nvSpPr>
        <p:spPr>
          <a:xfrm rot="10800000">
            <a:off x="4328326" y="2128720"/>
            <a:ext cx="688788" cy="182880"/>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Helvetica" pitchFamily="2" charset="0"/>
              <a:cs typeface="Arial" panose="020B0604020202020204" pitchFamily="34" charset="0"/>
            </a:endParaRPr>
          </a:p>
        </p:txBody>
      </p:sp>
      <p:sp>
        <p:nvSpPr>
          <p:cNvPr id="35" name="Triangle 1">
            <a:extLst>
              <a:ext uri="{FF2B5EF4-FFF2-40B4-BE49-F238E27FC236}">
                <a16:creationId xmlns:a16="http://schemas.microsoft.com/office/drawing/2014/main" id="{CCEE6E20-48E9-08C4-F408-3F395F093E8A}"/>
              </a:ext>
            </a:extLst>
          </p:cNvPr>
          <p:cNvSpPr/>
          <p:nvPr userDrawn="1"/>
        </p:nvSpPr>
        <p:spPr>
          <a:xfrm rot="10800000">
            <a:off x="1453927" y="2128720"/>
            <a:ext cx="688788" cy="18288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Helvetica" pitchFamily="2" charset="0"/>
              <a:cs typeface="Arial" panose="020B0604020202020204" pitchFamily="34" charset="0"/>
            </a:endParaRPr>
          </a:p>
        </p:txBody>
      </p:sp>
      <p:cxnSp>
        <p:nvCxnSpPr>
          <p:cNvPr id="37" name="Straight Connector 3">
            <a:extLst>
              <a:ext uri="{FF2B5EF4-FFF2-40B4-BE49-F238E27FC236}">
                <a16:creationId xmlns:a16="http://schemas.microsoft.com/office/drawing/2014/main" id="{2AFAB1B4-B11F-2213-F681-D31E897FB410}"/>
              </a:ext>
            </a:extLst>
          </p:cNvPr>
          <p:cNvCxnSpPr>
            <a:cxnSpLocks/>
          </p:cNvCxnSpPr>
          <p:nvPr userDrawn="1"/>
        </p:nvCxnSpPr>
        <p:spPr>
          <a:xfrm flipH="1">
            <a:off x="896112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38" name="Straight Connector 2">
            <a:extLst>
              <a:ext uri="{FF2B5EF4-FFF2-40B4-BE49-F238E27FC236}">
                <a16:creationId xmlns:a16="http://schemas.microsoft.com/office/drawing/2014/main" id="{759E85B1-D11A-102C-B794-F7A8C0982211}"/>
              </a:ext>
            </a:extLst>
          </p:cNvPr>
          <p:cNvCxnSpPr>
            <a:cxnSpLocks/>
          </p:cNvCxnSpPr>
          <p:nvPr userDrawn="1"/>
        </p:nvCxnSpPr>
        <p:spPr>
          <a:xfrm flipH="1">
            <a:off x="609600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83DE8970-CAD4-9702-17E9-49ACFA436C58}"/>
              </a:ext>
            </a:extLst>
          </p:cNvPr>
          <p:cNvCxnSpPr>
            <a:cxnSpLocks/>
          </p:cNvCxnSpPr>
          <p:nvPr userDrawn="1"/>
        </p:nvCxnSpPr>
        <p:spPr>
          <a:xfrm>
            <a:off x="323088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grpSp>
        <p:nvGrpSpPr>
          <p:cNvPr id="28" name="Group 27">
            <a:extLst>
              <a:ext uri="{FF2B5EF4-FFF2-40B4-BE49-F238E27FC236}">
                <a16:creationId xmlns:a16="http://schemas.microsoft.com/office/drawing/2014/main" id="{BC3EDBA1-D4A6-F04A-9FF1-3B36AD605B63}"/>
              </a:ext>
            </a:extLst>
          </p:cNvPr>
          <p:cNvGrpSpPr/>
          <p:nvPr userDrawn="1"/>
        </p:nvGrpSpPr>
        <p:grpSpPr>
          <a:xfrm>
            <a:off x="0" y="0"/>
            <a:ext cx="206477" cy="6908801"/>
            <a:chOff x="0" y="0"/>
            <a:chExt cx="206477" cy="6908801"/>
          </a:xfrm>
        </p:grpSpPr>
        <p:sp>
          <p:nvSpPr>
            <p:cNvPr id="30" name="AutoShape 3">
              <a:extLst>
                <a:ext uri="{FF2B5EF4-FFF2-40B4-BE49-F238E27FC236}">
                  <a16:creationId xmlns:a16="http://schemas.microsoft.com/office/drawing/2014/main" id="{D8457ED4-BC75-B8B8-EA34-A3A90729010A}"/>
                </a:ext>
              </a:extLst>
            </p:cNvPr>
            <p:cNvSpPr/>
            <p:nvPr userDrawn="1"/>
          </p:nvSpPr>
          <p:spPr>
            <a:xfrm flipH="1">
              <a:off x="0" y="0"/>
              <a:ext cx="206477" cy="6858000"/>
            </a:xfrm>
            <a:prstGeom prst="rect">
              <a:avLst/>
            </a:prstGeom>
            <a:solidFill>
              <a:schemeClr val="accent2"/>
            </a:solidFill>
          </p:spPr>
          <p:txBody>
            <a:bodyPr/>
            <a:lstStyle/>
            <a:p>
              <a:endParaRPr lang="en-US">
                <a:latin typeface="Helvetica" pitchFamily="2" charset="0"/>
              </a:endParaRPr>
            </a:p>
          </p:txBody>
        </p:sp>
        <p:sp>
          <p:nvSpPr>
            <p:cNvPr id="34" name="AutoShape 3">
              <a:extLst>
                <a:ext uri="{FF2B5EF4-FFF2-40B4-BE49-F238E27FC236}">
                  <a16:creationId xmlns:a16="http://schemas.microsoft.com/office/drawing/2014/main" id="{79F732F9-B6E9-BA77-E18B-132F9A1F1493}"/>
                </a:ext>
              </a:extLst>
            </p:cNvPr>
            <p:cNvSpPr/>
            <p:nvPr userDrawn="1"/>
          </p:nvSpPr>
          <p:spPr>
            <a:xfrm>
              <a:off x="0" y="0"/>
              <a:ext cx="45720" cy="6908801"/>
            </a:xfrm>
            <a:prstGeom prst="rect">
              <a:avLst/>
            </a:prstGeom>
            <a:solidFill>
              <a:schemeClr val="bg2"/>
            </a:solidFill>
          </p:spPr>
          <p:txBody>
            <a:bodyPr/>
            <a:lstStyle/>
            <a:p>
              <a:endParaRPr lang="en-US">
                <a:latin typeface="Helvetica" pitchFamily="2" charset="0"/>
              </a:endParaRPr>
            </a:p>
          </p:txBody>
        </p:sp>
      </p:grpSp>
      <p:sp>
        <p:nvSpPr>
          <p:cNvPr id="40" name="Title 12">
            <a:extLst>
              <a:ext uri="{FF2B5EF4-FFF2-40B4-BE49-F238E27FC236}">
                <a16:creationId xmlns:a16="http://schemas.microsoft.com/office/drawing/2014/main" id="{BD08B16A-5442-35E2-044C-5D605B933B89}"/>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latin typeface="Helvetica" pitchFamily="2" charset="0"/>
              </a:defRPr>
            </a:lvl1pPr>
          </a:lstStyle>
          <a:p>
            <a:pPr lvl="0"/>
            <a:r>
              <a:rPr lang="en-US"/>
              <a:t>Click to edit Master title style</a:t>
            </a:r>
          </a:p>
        </p:txBody>
      </p:sp>
      <p:sp>
        <p:nvSpPr>
          <p:cNvPr id="42" name="TextBox 41">
            <a:extLst>
              <a:ext uri="{FF2B5EF4-FFF2-40B4-BE49-F238E27FC236}">
                <a16:creationId xmlns:a16="http://schemas.microsoft.com/office/drawing/2014/main" id="{F13FA496-2B3A-35F4-8AA9-ABA78692438A}"/>
              </a:ext>
            </a:extLst>
          </p:cNvPr>
          <p:cNvSpPr txBox="1"/>
          <p:nvPr userDrawn="1"/>
        </p:nvSpPr>
        <p:spPr>
          <a:xfrm>
            <a:off x="11565988" y="6591122"/>
            <a:ext cx="363253" cy="169277"/>
          </a:xfrm>
          <a:prstGeom prst="rect">
            <a:avLst/>
          </a:prstGeom>
          <a:noFill/>
        </p:spPr>
        <p:txBody>
          <a:bodyPr wrap="square" lIns="0" tIns="0" rIns="0" bIns="0" rtlCol="0" anchor="b" anchorCtr="0">
            <a:spAutoFit/>
          </a:bodyPr>
          <a:lstStyle/>
          <a:p>
            <a:pPr algn="r"/>
            <a:fld id="{D0807A39-E1A1-D742-90F2-296DE3679287}" type="slidenum">
              <a:rPr lang="en-US" sz="1100" b="0" smtClean="0">
                <a:solidFill>
                  <a:schemeClr val="tx1"/>
                </a:solidFill>
                <a:latin typeface="Helvetica" pitchFamily="2" charset="0"/>
              </a:rPr>
              <a:pPr algn="r"/>
              <a:t>‹#›</a:t>
            </a:fld>
            <a:endParaRPr lang="en-US" sz="1100" b="0">
              <a:solidFill>
                <a:schemeClr val="tx1"/>
              </a:solidFill>
              <a:latin typeface="Helvetica" pitchFamily="2" charset="0"/>
            </a:endParaRPr>
          </a:p>
        </p:txBody>
      </p:sp>
    </p:spTree>
    <p:extLst>
      <p:ext uri="{BB962C8B-B14F-4D97-AF65-F5344CB8AC3E}">
        <p14:creationId xmlns:p14="http://schemas.microsoft.com/office/powerpoint/2010/main" val="2172534796"/>
      </p:ext>
    </p:extLst>
  </p:cSld>
  <p:clrMapOvr>
    <a:masterClrMapping/>
  </p:clrMapOvr>
  <p:transition spd="slow">
    <p:wipe dir="r"/>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 Boar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F9D90FA-3D26-D821-A14C-F0E61EFCEB4D}"/>
              </a:ext>
            </a:extLst>
          </p:cNvPr>
          <p:cNvGrpSpPr/>
          <p:nvPr userDrawn="1"/>
        </p:nvGrpSpPr>
        <p:grpSpPr>
          <a:xfrm>
            <a:off x="0" y="0"/>
            <a:ext cx="206477" cy="6908801"/>
            <a:chOff x="0" y="0"/>
            <a:chExt cx="206477" cy="6908801"/>
          </a:xfrm>
        </p:grpSpPr>
        <p:sp>
          <p:nvSpPr>
            <p:cNvPr id="13" name="AutoShape 3">
              <a:extLst>
                <a:ext uri="{FF2B5EF4-FFF2-40B4-BE49-F238E27FC236}">
                  <a16:creationId xmlns:a16="http://schemas.microsoft.com/office/drawing/2014/main" id="{D745BAB0-4281-9DC7-0E9C-FC1DBCC3D388}"/>
                </a:ext>
              </a:extLst>
            </p:cNvPr>
            <p:cNvSpPr/>
            <p:nvPr userDrawn="1"/>
          </p:nvSpPr>
          <p:spPr>
            <a:xfrm flipH="1">
              <a:off x="0" y="0"/>
              <a:ext cx="206477" cy="6858000"/>
            </a:xfrm>
            <a:prstGeom prst="rect">
              <a:avLst/>
            </a:prstGeom>
            <a:solidFill>
              <a:schemeClr val="accent2"/>
            </a:solidFill>
          </p:spPr>
          <p:txBody>
            <a:bodyPr/>
            <a:lstStyle/>
            <a:p>
              <a:endParaRPr lang="en-US">
                <a:latin typeface="Arial" panose="020B0604020202020204" pitchFamily="34" charset="0"/>
                <a:cs typeface="Arial" panose="020B0604020202020204" pitchFamily="34" charset="0"/>
              </a:endParaRPr>
            </a:p>
          </p:txBody>
        </p:sp>
        <p:sp>
          <p:nvSpPr>
            <p:cNvPr id="17" name="AutoShape 3">
              <a:extLst>
                <a:ext uri="{FF2B5EF4-FFF2-40B4-BE49-F238E27FC236}">
                  <a16:creationId xmlns:a16="http://schemas.microsoft.com/office/drawing/2014/main" id="{B4D9261E-822B-52F6-7278-AC3036D12444}"/>
                </a:ext>
              </a:extLst>
            </p:cNvPr>
            <p:cNvSpPr/>
            <p:nvPr userDrawn="1"/>
          </p:nvSpPr>
          <p:spPr>
            <a:xfrm>
              <a:off x="0" y="0"/>
              <a:ext cx="45720" cy="6908801"/>
            </a:xfrm>
            <a:prstGeom prst="rect">
              <a:avLst/>
            </a:prstGeom>
            <a:solidFill>
              <a:schemeClr val="bg2"/>
            </a:solidFill>
          </p:spPr>
          <p:txBody>
            <a:bodyPr/>
            <a:lstStyle/>
            <a:p>
              <a:endParaRPr lang="en-US">
                <a:latin typeface="Arial" panose="020B0604020202020204" pitchFamily="34" charset="0"/>
                <a:cs typeface="Arial" panose="020B0604020202020204" pitchFamily="34" charset="0"/>
              </a:endParaRPr>
            </a:p>
          </p:txBody>
        </p:sp>
      </p:grpSp>
      <p:sp>
        <p:nvSpPr>
          <p:cNvPr id="38" name="Rectangle 37">
            <a:extLst>
              <a:ext uri="{FF2B5EF4-FFF2-40B4-BE49-F238E27FC236}">
                <a16:creationId xmlns:a16="http://schemas.microsoft.com/office/drawing/2014/main" id="{D016F764-CDB2-BB5B-400F-841FAD656490}"/>
              </a:ext>
            </a:extLst>
          </p:cNvPr>
          <p:cNvSpPr/>
          <p:nvPr userDrawn="1"/>
        </p:nvSpPr>
        <p:spPr>
          <a:xfrm>
            <a:off x="381000" y="584622"/>
            <a:ext cx="11049000" cy="1673485"/>
          </a:xfrm>
          <a:prstGeom prst="rect">
            <a:avLst/>
          </a:prstGeom>
          <a:solidFill>
            <a:srgbClr val="1D4D74"/>
          </a:solidFill>
          <a:ln>
            <a:noFill/>
          </a:ln>
        </p:spPr>
        <p:style>
          <a:lnRef idx="2">
            <a:schemeClr val="accent1">
              <a:shade val="15000"/>
            </a:schemeClr>
          </a:lnRef>
          <a:fillRef idx="1">
            <a:schemeClr val="accent1"/>
          </a:fillRef>
          <a:effectRef idx="0">
            <a:schemeClr val="accent1"/>
          </a:effectRef>
          <a:fontRef idx="minor">
            <a:schemeClr val="lt1"/>
          </a:fontRef>
        </p:style>
        <p:txBody>
          <a:bodyPr lIns="5943600" tIns="45720" rIns="91440" bIns="45720" rtlCol="0" anchor="ctr"/>
          <a:lstStyle/>
          <a:p>
            <a:pPr algn="ctr">
              <a:spcAft>
                <a:spcPts val="600"/>
              </a:spcAft>
            </a:pPr>
            <a:endParaRPr lang="en-US" sz="2800" b="1">
              <a:latin typeface="Arial" panose="020B0604020202020204" pitchFamily="34" charset="0"/>
              <a:cs typeface="Arial" panose="020B0604020202020204" pitchFamily="34" charset="0"/>
            </a:endParaRPr>
          </a:p>
        </p:txBody>
      </p:sp>
      <p:sp>
        <p:nvSpPr>
          <p:cNvPr id="41" name="Rectangle 40">
            <a:extLst>
              <a:ext uri="{FF2B5EF4-FFF2-40B4-BE49-F238E27FC236}">
                <a16:creationId xmlns:a16="http://schemas.microsoft.com/office/drawing/2014/main" id="{1554495B-BDE6-AE9C-679C-6F02F47B2D5D}"/>
              </a:ext>
            </a:extLst>
          </p:cNvPr>
          <p:cNvSpPr/>
          <p:nvPr userDrawn="1"/>
        </p:nvSpPr>
        <p:spPr>
          <a:xfrm>
            <a:off x="762000" y="331721"/>
            <a:ext cx="10315731" cy="2095286"/>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95C2619-4DD8-AB03-BEDF-8BAFB4233FEA}"/>
              </a:ext>
            </a:extLst>
          </p:cNvPr>
          <p:cNvSpPr/>
          <p:nvPr userDrawn="1"/>
        </p:nvSpPr>
        <p:spPr>
          <a:xfrm>
            <a:off x="9968736" y="205860"/>
            <a:ext cx="2103620" cy="2477519"/>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1F07A8C-61C8-CAB5-0424-14898DEDDEA8}"/>
              </a:ext>
            </a:extLst>
          </p:cNvPr>
          <p:cNvSpPr/>
          <p:nvPr userDrawn="1"/>
        </p:nvSpPr>
        <p:spPr>
          <a:xfrm>
            <a:off x="381000" y="584622"/>
            <a:ext cx="11049000" cy="1673485"/>
          </a:xfrm>
          <a:prstGeom prst="rect">
            <a:avLst/>
          </a:prstGeom>
          <a:gradFill>
            <a:gsLst>
              <a:gs pos="0">
                <a:schemeClr val="accent2"/>
              </a:gs>
              <a:gs pos="82000">
                <a:srgbClr val="27679A"/>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5943600" tIns="45720" rIns="91440" bIns="45720" rtlCol="0" anchor="ctr"/>
          <a:lstStyle/>
          <a:p>
            <a:pPr algn="ctr">
              <a:spcAft>
                <a:spcPts val="600"/>
              </a:spcAft>
            </a:pPr>
            <a:endParaRPr lang="en-US" sz="2800" b="1"/>
          </a:p>
        </p:txBody>
      </p:sp>
    </p:spTree>
    <p:extLst>
      <p:ext uri="{BB962C8B-B14F-4D97-AF65-F5344CB8AC3E}">
        <p14:creationId xmlns:p14="http://schemas.microsoft.com/office/powerpoint/2010/main" val="154041418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section Divider">
    <p:spTree>
      <p:nvGrpSpPr>
        <p:cNvPr id="1" name=""/>
        <p:cNvGrpSpPr/>
        <p:nvPr/>
      </p:nvGrpSpPr>
      <p:grpSpPr>
        <a:xfrm>
          <a:off x="0" y="0"/>
          <a:ext cx="0" cy="0"/>
          <a:chOff x="0" y="0"/>
          <a:chExt cx="0" cy="0"/>
        </a:xfrm>
      </p:grpSpPr>
      <p:sp>
        <p:nvSpPr>
          <p:cNvPr id="20" name="Title 12">
            <a:extLst>
              <a:ext uri="{FF2B5EF4-FFF2-40B4-BE49-F238E27FC236}">
                <a16:creationId xmlns:a16="http://schemas.microsoft.com/office/drawing/2014/main" id="{EE9E3D27-E873-4B3A-D674-73BEF3F2B11A}"/>
              </a:ext>
            </a:extLst>
          </p:cNvPr>
          <p:cNvSpPr>
            <a:spLocks noGrp="1"/>
          </p:cNvSpPr>
          <p:nvPr>
            <p:ph type="title"/>
          </p:nvPr>
        </p:nvSpPr>
        <p:spPr>
          <a:xfrm>
            <a:off x="483366" y="3130550"/>
            <a:ext cx="11225267" cy="647699"/>
          </a:xfrm>
          <a:prstGeom prst="rect">
            <a:avLst/>
          </a:prstGeom>
        </p:spPr>
        <p:txBody>
          <a:bodyPr vert="horz" lIns="0" tIns="0" rIns="0" bIns="0" rtlCol="0" anchor="t" anchorCtr="0">
            <a:normAutofit/>
          </a:bodyPr>
          <a:lstStyle>
            <a:lvl1pPr>
              <a:defRPr lang="en-US" sz="2800">
                <a:solidFill>
                  <a:schemeClr val="tx2"/>
                </a:solidFill>
                <a:latin typeface="Arial" panose="020B0604020202020204" pitchFamily="34" charset="0"/>
                <a:cs typeface="Arial" panose="020B0604020202020204" pitchFamily="34" charset="0"/>
              </a:defRPr>
            </a:lvl1pPr>
          </a:lstStyle>
          <a:p>
            <a:pPr lvl="0"/>
            <a:r>
              <a:rPr lang="en-US"/>
              <a:t>Click to edit Master title style</a:t>
            </a:r>
          </a:p>
        </p:txBody>
      </p:sp>
      <p:grpSp>
        <p:nvGrpSpPr>
          <p:cNvPr id="2" name="Group 1">
            <a:extLst>
              <a:ext uri="{FF2B5EF4-FFF2-40B4-BE49-F238E27FC236}">
                <a16:creationId xmlns:a16="http://schemas.microsoft.com/office/drawing/2014/main" id="{795BDE26-C4CE-BA42-E41C-BE856C16C227}"/>
              </a:ext>
            </a:extLst>
          </p:cNvPr>
          <p:cNvGrpSpPr/>
          <p:nvPr userDrawn="1"/>
        </p:nvGrpSpPr>
        <p:grpSpPr>
          <a:xfrm>
            <a:off x="0" y="0"/>
            <a:ext cx="206477" cy="6908801"/>
            <a:chOff x="0" y="0"/>
            <a:chExt cx="206477" cy="6908801"/>
          </a:xfrm>
        </p:grpSpPr>
        <p:sp>
          <p:nvSpPr>
            <p:cNvPr id="3" name="AutoShape 3">
              <a:extLst>
                <a:ext uri="{FF2B5EF4-FFF2-40B4-BE49-F238E27FC236}">
                  <a16:creationId xmlns:a16="http://schemas.microsoft.com/office/drawing/2014/main" id="{D23EE5A4-CC6D-7286-7153-811D0F75A2B5}"/>
                </a:ext>
              </a:extLst>
            </p:cNvPr>
            <p:cNvSpPr/>
            <p:nvPr userDrawn="1"/>
          </p:nvSpPr>
          <p:spPr>
            <a:xfrm flipH="1">
              <a:off x="0" y="0"/>
              <a:ext cx="206477" cy="6858000"/>
            </a:xfrm>
            <a:prstGeom prst="rect">
              <a:avLst/>
            </a:prstGeom>
            <a:solidFill>
              <a:schemeClr val="accent2"/>
            </a:solidFill>
          </p:spPr>
          <p:txBody>
            <a:bodyPr/>
            <a:lstStyle/>
            <a:p>
              <a:endParaRPr lang="en-US"/>
            </a:p>
          </p:txBody>
        </p:sp>
        <p:sp>
          <p:nvSpPr>
            <p:cNvPr id="4" name="AutoShape 3">
              <a:extLst>
                <a:ext uri="{FF2B5EF4-FFF2-40B4-BE49-F238E27FC236}">
                  <a16:creationId xmlns:a16="http://schemas.microsoft.com/office/drawing/2014/main" id="{44E306F5-2D19-FE39-017C-9F8E3055D938}"/>
                </a:ext>
              </a:extLst>
            </p:cNvPr>
            <p:cNvSpPr/>
            <p:nvPr userDrawn="1"/>
          </p:nvSpPr>
          <p:spPr>
            <a:xfrm>
              <a:off x="0" y="0"/>
              <a:ext cx="45720" cy="6908801"/>
            </a:xfrm>
            <a:prstGeom prst="rect">
              <a:avLst/>
            </a:prstGeom>
            <a:solidFill>
              <a:schemeClr val="bg2"/>
            </a:solidFill>
          </p:spPr>
          <p:txBody>
            <a:bodyPr/>
            <a:lstStyle/>
            <a:p>
              <a:endParaRPr lang="en-US"/>
            </a:p>
          </p:txBody>
        </p:sp>
      </p:grpSp>
    </p:spTree>
    <p:extLst>
      <p:ext uri="{BB962C8B-B14F-4D97-AF65-F5344CB8AC3E}">
        <p14:creationId xmlns:p14="http://schemas.microsoft.com/office/powerpoint/2010/main" val="87704817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 Icons">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63B445AF-3495-466C-2FF4-51C8FE10F2D3}"/>
              </a:ext>
            </a:extLst>
          </p:cNvPr>
          <p:cNvSpPr/>
          <p:nvPr/>
        </p:nvSpPr>
        <p:spPr>
          <a:xfrm>
            <a:off x="9348698" y="2040847"/>
            <a:ext cx="1422400" cy="14224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latin typeface="Helvetica" pitchFamily="2" charset="0"/>
            </a:endParaRPr>
          </a:p>
        </p:txBody>
      </p:sp>
      <p:sp>
        <p:nvSpPr>
          <p:cNvPr id="12" name="Oval 11">
            <a:extLst>
              <a:ext uri="{FF2B5EF4-FFF2-40B4-BE49-F238E27FC236}">
                <a16:creationId xmlns:a16="http://schemas.microsoft.com/office/drawing/2014/main" id="{F5BD7F4A-CB47-CBD7-8834-583F96C14DA2}"/>
              </a:ext>
            </a:extLst>
          </p:cNvPr>
          <p:cNvSpPr/>
          <p:nvPr userDrawn="1"/>
        </p:nvSpPr>
        <p:spPr>
          <a:xfrm>
            <a:off x="1429035" y="2040847"/>
            <a:ext cx="1422400" cy="1422400"/>
          </a:xfrm>
          <a:prstGeom prst="ellipse">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latin typeface="Helvetica" pitchFamily="2" charset="0"/>
            </a:endParaRPr>
          </a:p>
        </p:txBody>
      </p:sp>
      <p:sp>
        <p:nvSpPr>
          <p:cNvPr id="19" name="Oval 18">
            <a:extLst>
              <a:ext uri="{FF2B5EF4-FFF2-40B4-BE49-F238E27FC236}">
                <a16:creationId xmlns:a16="http://schemas.microsoft.com/office/drawing/2014/main" id="{7DEBEEF3-5B8E-BEF1-D6F9-87B13D58F5E4}"/>
              </a:ext>
            </a:extLst>
          </p:cNvPr>
          <p:cNvSpPr/>
          <p:nvPr/>
        </p:nvSpPr>
        <p:spPr>
          <a:xfrm>
            <a:off x="5383697" y="2040847"/>
            <a:ext cx="1422400" cy="1422400"/>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latin typeface="Helvetica" pitchFamily="2" charset="0"/>
            </a:endParaRPr>
          </a:p>
        </p:txBody>
      </p:sp>
      <p:sp>
        <p:nvSpPr>
          <p:cNvPr id="21" name="Text Placeholder 30">
            <a:extLst>
              <a:ext uri="{FF2B5EF4-FFF2-40B4-BE49-F238E27FC236}">
                <a16:creationId xmlns:a16="http://schemas.microsoft.com/office/drawing/2014/main" id="{93FD46D3-822D-64CD-C0D1-BBB0E907865B}"/>
              </a:ext>
            </a:extLst>
          </p:cNvPr>
          <p:cNvSpPr txBox="1">
            <a:spLocks/>
          </p:cNvSpPr>
          <p:nvPr userDrawn="1"/>
        </p:nvSpPr>
        <p:spPr>
          <a:xfrm>
            <a:off x="8485098" y="3647960"/>
            <a:ext cx="3149600" cy="285991"/>
          </a:xfrm>
          <a:prstGeom prst="rect">
            <a:avLst/>
          </a:prstGeom>
        </p:spPr>
        <p:txBody>
          <a:bodyPr lIns="0" tIns="0" rIns="0" bIns="0"/>
          <a:lstStyle>
            <a:lvl1pPr marL="0" indent="0" algn="ctr" defTabSz="914400" rtl="0" eaLnBrk="1" latinLnBrk="0" hangingPunct="1">
              <a:spcBef>
                <a:spcPct val="20000"/>
              </a:spcBef>
              <a:buFont typeface="Arial" pitchFamily="34" charset="0"/>
              <a:buNone/>
              <a:defRPr sz="1200" kern="1200" baseline="0">
                <a:solidFill>
                  <a:schemeClr val="tx2">
                    <a:lumMod val="7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67" b="1">
                <a:solidFill>
                  <a:schemeClr val="accent1"/>
                </a:solidFill>
                <a:latin typeface="Helvetica" pitchFamily="2" charset="0"/>
              </a:rPr>
              <a:t>Description 3</a:t>
            </a:r>
          </a:p>
        </p:txBody>
      </p:sp>
      <p:sp>
        <p:nvSpPr>
          <p:cNvPr id="22" name="Text Placeholder 30">
            <a:extLst>
              <a:ext uri="{FF2B5EF4-FFF2-40B4-BE49-F238E27FC236}">
                <a16:creationId xmlns:a16="http://schemas.microsoft.com/office/drawing/2014/main" id="{9B2994B9-290A-F43B-2500-E7AD80DFE7BE}"/>
              </a:ext>
            </a:extLst>
          </p:cNvPr>
          <p:cNvSpPr txBox="1">
            <a:spLocks/>
          </p:cNvSpPr>
          <p:nvPr userDrawn="1"/>
        </p:nvSpPr>
        <p:spPr>
          <a:xfrm>
            <a:off x="4520097" y="3647960"/>
            <a:ext cx="3149600" cy="285991"/>
          </a:xfrm>
          <a:prstGeom prst="rect">
            <a:avLst/>
          </a:prstGeom>
        </p:spPr>
        <p:txBody>
          <a:bodyPr lIns="0" tIns="0" rIns="0" bIns="0"/>
          <a:lstStyle>
            <a:lvl1pPr marL="0" indent="0" algn="ctr" defTabSz="914400" rtl="0" eaLnBrk="1" latinLnBrk="0" hangingPunct="1">
              <a:spcBef>
                <a:spcPct val="20000"/>
              </a:spcBef>
              <a:buFont typeface="Arial" pitchFamily="34" charset="0"/>
              <a:buNone/>
              <a:defRPr sz="1200" kern="1200" baseline="0">
                <a:solidFill>
                  <a:schemeClr val="tx2">
                    <a:lumMod val="7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67" b="1">
                <a:solidFill>
                  <a:srgbClr val="B8E14F"/>
                </a:solidFill>
                <a:latin typeface="Helvetica" pitchFamily="2" charset="0"/>
              </a:rPr>
              <a:t>Description 2</a:t>
            </a:r>
          </a:p>
        </p:txBody>
      </p:sp>
      <p:sp>
        <p:nvSpPr>
          <p:cNvPr id="23" name="Text Placeholder 30">
            <a:extLst>
              <a:ext uri="{FF2B5EF4-FFF2-40B4-BE49-F238E27FC236}">
                <a16:creationId xmlns:a16="http://schemas.microsoft.com/office/drawing/2014/main" id="{83C12112-68F5-9FEA-DEB0-F868A0653285}"/>
              </a:ext>
            </a:extLst>
          </p:cNvPr>
          <p:cNvSpPr txBox="1">
            <a:spLocks/>
          </p:cNvSpPr>
          <p:nvPr userDrawn="1"/>
        </p:nvSpPr>
        <p:spPr>
          <a:xfrm>
            <a:off x="571500" y="3647960"/>
            <a:ext cx="3137471" cy="285991"/>
          </a:xfrm>
          <a:prstGeom prst="rect">
            <a:avLst/>
          </a:prstGeom>
        </p:spPr>
        <p:txBody>
          <a:bodyPr lIns="0" tIns="0" rIns="0" bIns="0"/>
          <a:lstStyle>
            <a:lvl1pPr marL="0" indent="0" algn="ctr" defTabSz="914400" rtl="0" eaLnBrk="1" latinLnBrk="0" hangingPunct="1">
              <a:spcBef>
                <a:spcPct val="20000"/>
              </a:spcBef>
              <a:buFont typeface="Arial" pitchFamily="34" charset="0"/>
              <a:buNone/>
              <a:defRPr sz="1200" kern="1200" baseline="0">
                <a:solidFill>
                  <a:schemeClr val="tx2">
                    <a:lumMod val="7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67" b="1">
                <a:solidFill>
                  <a:schemeClr val="tx1"/>
                </a:solidFill>
                <a:latin typeface="Helvetica" pitchFamily="2" charset="0"/>
              </a:rPr>
              <a:t>Description 1</a:t>
            </a:r>
          </a:p>
        </p:txBody>
      </p:sp>
      <p:sp>
        <p:nvSpPr>
          <p:cNvPr id="25" name="Text Placeholder 24">
            <a:extLst>
              <a:ext uri="{FF2B5EF4-FFF2-40B4-BE49-F238E27FC236}">
                <a16:creationId xmlns:a16="http://schemas.microsoft.com/office/drawing/2014/main" id="{18D51313-9F3E-AB73-5CD5-A090F1A3CD66}"/>
              </a:ext>
            </a:extLst>
          </p:cNvPr>
          <p:cNvSpPr>
            <a:spLocks noGrp="1"/>
          </p:cNvSpPr>
          <p:nvPr userDrawn="1">
            <p:ph type="body" sz="quarter" idx="15"/>
          </p:nvPr>
        </p:nvSpPr>
        <p:spPr>
          <a:xfrm>
            <a:off x="584485" y="4058560"/>
            <a:ext cx="3111500" cy="1995487"/>
          </a:xfrm>
          <a:prstGeom prst="rect">
            <a:avLst/>
          </a:prstGeom>
        </p:spPr>
        <p:txBody>
          <a:bodyPr lIns="0" tIns="0" rIns="0" bIns="0"/>
          <a:lstStyle>
            <a:lvl1pPr>
              <a:lnSpc>
                <a:spcPct val="100000"/>
              </a:lnSpc>
              <a:spcBef>
                <a:spcPts val="0"/>
              </a:spcBef>
              <a:defRPr sz="1600">
                <a:latin typeface="Helvetica" pitchFamily="2" charset="0"/>
              </a:defRPr>
            </a:lvl1pPr>
            <a:lvl2pPr marL="460375" indent="-287338">
              <a:lnSpc>
                <a:spcPct val="100000"/>
              </a:lnSpc>
              <a:spcBef>
                <a:spcPts val="0"/>
              </a:spcBef>
              <a:buFont typeface="System Font Regular"/>
              <a:buChar char="—"/>
              <a:tabLst/>
              <a:defRPr sz="1600">
                <a:latin typeface="Helvetica" pitchFamily="2" charset="0"/>
              </a:defRPr>
            </a:lvl2pPr>
            <a:lvl3pPr>
              <a:lnSpc>
                <a:spcPct val="100000"/>
              </a:lnSpc>
              <a:spcBef>
                <a:spcPts val="0"/>
              </a:spcBef>
              <a:defRPr sz="1200"/>
            </a:lvl3pPr>
            <a:lvl4pPr>
              <a:lnSpc>
                <a:spcPct val="100000"/>
              </a:lnSpc>
              <a:spcBef>
                <a:spcPts val="0"/>
              </a:spcBef>
              <a:defRPr sz="1050"/>
            </a:lvl4pPr>
            <a:lvl5pPr>
              <a:lnSpc>
                <a:spcPct val="100000"/>
              </a:lnSpc>
              <a:spcBef>
                <a:spcPts val="0"/>
              </a:spcBef>
              <a:defRPr sz="1000"/>
            </a:lvl5pPr>
          </a:lstStyle>
          <a:p>
            <a:pPr lvl="0"/>
            <a:r>
              <a:rPr lang="en-US"/>
              <a:t>Click to edit Master text styles</a:t>
            </a:r>
          </a:p>
          <a:p>
            <a:pPr lvl="1"/>
            <a:r>
              <a:rPr lang="en-US"/>
              <a:t>Second level</a:t>
            </a:r>
          </a:p>
        </p:txBody>
      </p:sp>
      <p:sp>
        <p:nvSpPr>
          <p:cNvPr id="26" name="Text Placeholder 24">
            <a:extLst>
              <a:ext uri="{FF2B5EF4-FFF2-40B4-BE49-F238E27FC236}">
                <a16:creationId xmlns:a16="http://schemas.microsoft.com/office/drawing/2014/main" id="{DDE19954-FE8D-1FE9-3751-728913AEBA5A}"/>
              </a:ext>
            </a:extLst>
          </p:cNvPr>
          <p:cNvSpPr>
            <a:spLocks noGrp="1"/>
          </p:cNvSpPr>
          <p:nvPr userDrawn="1">
            <p:ph type="body" sz="quarter" idx="16"/>
          </p:nvPr>
        </p:nvSpPr>
        <p:spPr>
          <a:xfrm>
            <a:off x="4539147" y="4058560"/>
            <a:ext cx="3111500" cy="1995487"/>
          </a:xfrm>
          <a:prstGeom prst="rect">
            <a:avLst/>
          </a:prstGeom>
        </p:spPr>
        <p:txBody>
          <a:bodyPr lIns="0" tIns="0" rIns="0" bIns="0"/>
          <a:lstStyle>
            <a:lvl1pPr>
              <a:lnSpc>
                <a:spcPct val="100000"/>
              </a:lnSpc>
              <a:spcBef>
                <a:spcPts val="0"/>
              </a:spcBef>
              <a:buClr>
                <a:srgbClr val="B8E14F"/>
              </a:buClr>
              <a:defRPr sz="1600">
                <a:latin typeface="Helvetica" pitchFamily="2" charset="0"/>
              </a:defRPr>
            </a:lvl1pPr>
            <a:lvl2pPr marL="460375" indent="-287338">
              <a:lnSpc>
                <a:spcPct val="100000"/>
              </a:lnSpc>
              <a:spcBef>
                <a:spcPts val="0"/>
              </a:spcBef>
              <a:buFont typeface="System Font Regular"/>
              <a:buChar char="—"/>
              <a:tabLst/>
              <a:defRPr sz="1600">
                <a:latin typeface="Helvetica" pitchFamily="2" charset="0"/>
              </a:defRPr>
            </a:lvl2pPr>
            <a:lvl3pPr>
              <a:lnSpc>
                <a:spcPct val="100000"/>
              </a:lnSpc>
              <a:spcBef>
                <a:spcPts val="0"/>
              </a:spcBef>
              <a:defRPr sz="1200"/>
            </a:lvl3pPr>
            <a:lvl4pPr>
              <a:lnSpc>
                <a:spcPct val="100000"/>
              </a:lnSpc>
              <a:spcBef>
                <a:spcPts val="0"/>
              </a:spcBef>
              <a:defRPr sz="1050"/>
            </a:lvl4pPr>
            <a:lvl5pPr>
              <a:lnSpc>
                <a:spcPct val="100000"/>
              </a:lnSpc>
              <a:spcBef>
                <a:spcPts val="0"/>
              </a:spcBef>
              <a:defRPr sz="1000"/>
            </a:lvl5pPr>
          </a:lstStyle>
          <a:p>
            <a:pPr lvl="0"/>
            <a:r>
              <a:rPr lang="en-US"/>
              <a:t>Click to edit Master text styles</a:t>
            </a:r>
          </a:p>
          <a:p>
            <a:pPr lvl="1"/>
            <a:r>
              <a:rPr lang="en-US"/>
              <a:t>Second level</a:t>
            </a:r>
          </a:p>
        </p:txBody>
      </p:sp>
      <p:sp>
        <p:nvSpPr>
          <p:cNvPr id="27" name="Text Placeholder 24">
            <a:extLst>
              <a:ext uri="{FF2B5EF4-FFF2-40B4-BE49-F238E27FC236}">
                <a16:creationId xmlns:a16="http://schemas.microsoft.com/office/drawing/2014/main" id="{8DA3F489-FCB5-11FE-1B12-C9F521178C88}"/>
              </a:ext>
            </a:extLst>
          </p:cNvPr>
          <p:cNvSpPr>
            <a:spLocks noGrp="1"/>
          </p:cNvSpPr>
          <p:nvPr userDrawn="1">
            <p:ph type="body" sz="quarter" idx="17"/>
          </p:nvPr>
        </p:nvSpPr>
        <p:spPr>
          <a:xfrm>
            <a:off x="8504148" y="4058560"/>
            <a:ext cx="3111500" cy="1995487"/>
          </a:xfrm>
          <a:prstGeom prst="rect">
            <a:avLst/>
          </a:prstGeom>
        </p:spPr>
        <p:txBody>
          <a:bodyPr lIns="0" tIns="0" rIns="0" bIns="0"/>
          <a:lstStyle>
            <a:lvl1pPr>
              <a:lnSpc>
                <a:spcPct val="100000"/>
              </a:lnSpc>
              <a:spcBef>
                <a:spcPts val="0"/>
              </a:spcBef>
              <a:buClr>
                <a:schemeClr val="accent1"/>
              </a:buClr>
              <a:defRPr sz="1600">
                <a:latin typeface="Helvetica" pitchFamily="2" charset="0"/>
              </a:defRPr>
            </a:lvl1pPr>
            <a:lvl2pPr marL="460375" indent="-287338">
              <a:lnSpc>
                <a:spcPct val="100000"/>
              </a:lnSpc>
              <a:spcBef>
                <a:spcPts val="0"/>
              </a:spcBef>
              <a:buFont typeface="System Font Regular"/>
              <a:buChar char="—"/>
              <a:tabLst/>
              <a:defRPr sz="1600">
                <a:latin typeface="Helvetica" pitchFamily="2" charset="0"/>
              </a:defRPr>
            </a:lvl2pPr>
            <a:lvl3pPr>
              <a:lnSpc>
                <a:spcPct val="100000"/>
              </a:lnSpc>
              <a:spcBef>
                <a:spcPts val="0"/>
              </a:spcBef>
              <a:defRPr sz="1200"/>
            </a:lvl3pPr>
            <a:lvl4pPr>
              <a:lnSpc>
                <a:spcPct val="100000"/>
              </a:lnSpc>
              <a:spcBef>
                <a:spcPts val="0"/>
              </a:spcBef>
              <a:defRPr sz="1050"/>
            </a:lvl4pPr>
            <a:lvl5pPr>
              <a:lnSpc>
                <a:spcPct val="100000"/>
              </a:lnSpc>
              <a:spcBef>
                <a:spcPts val="0"/>
              </a:spcBef>
              <a:defRPr sz="1000"/>
            </a:lvl5pPr>
          </a:lstStyle>
          <a:p>
            <a:pPr lvl="0"/>
            <a:r>
              <a:rPr lang="en-US"/>
              <a:t>Click to edit Master text styles</a:t>
            </a:r>
          </a:p>
          <a:p>
            <a:pPr lvl="1"/>
            <a:r>
              <a:rPr lang="en-US"/>
              <a:t>Second level</a:t>
            </a:r>
          </a:p>
        </p:txBody>
      </p:sp>
      <p:grpSp>
        <p:nvGrpSpPr>
          <p:cNvPr id="9" name="Group 8">
            <a:extLst>
              <a:ext uri="{FF2B5EF4-FFF2-40B4-BE49-F238E27FC236}">
                <a16:creationId xmlns:a16="http://schemas.microsoft.com/office/drawing/2014/main" id="{0ADA5CB8-1AF0-B599-C31D-F739A8907390}"/>
              </a:ext>
            </a:extLst>
          </p:cNvPr>
          <p:cNvGrpSpPr/>
          <p:nvPr userDrawn="1"/>
        </p:nvGrpSpPr>
        <p:grpSpPr>
          <a:xfrm>
            <a:off x="0" y="0"/>
            <a:ext cx="206477" cy="6908801"/>
            <a:chOff x="0" y="0"/>
            <a:chExt cx="206477" cy="6908801"/>
          </a:xfrm>
        </p:grpSpPr>
        <p:sp>
          <p:nvSpPr>
            <p:cNvPr id="10" name="AutoShape 3">
              <a:extLst>
                <a:ext uri="{FF2B5EF4-FFF2-40B4-BE49-F238E27FC236}">
                  <a16:creationId xmlns:a16="http://schemas.microsoft.com/office/drawing/2014/main" id="{045FD17A-F40B-07E7-C224-1B02A5AFC13E}"/>
                </a:ext>
              </a:extLst>
            </p:cNvPr>
            <p:cNvSpPr/>
            <p:nvPr userDrawn="1"/>
          </p:nvSpPr>
          <p:spPr>
            <a:xfrm flipH="1">
              <a:off x="0" y="0"/>
              <a:ext cx="206477" cy="6858000"/>
            </a:xfrm>
            <a:prstGeom prst="rect">
              <a:avLst/>
            </a:prstGeom>
            <a:solidFill>
              <a:schemeClr val="accent2"/>
            </a:solidFill>
          </p:spPr>
          <p:txBody>
            <a:bodyPr/>
            <a:lstStyle/>
            <a:p>
              <a:endParaRPr lang="en-US">
                <a:latin typeface="Helvetica" pitchFamily="2" charset="0"/>
              </a:endParaRPr>
            </a:p>
          </p:txBody>
        </p:sp>
        <p:sp>
          <p:nvSpPr>
            <p:cNvPr id="11" name="AutoShape 3">
              <a:extLst>
                <a:ext uri="{FF2B5EF4-FFF2-40B4-BE49-F238E27FC236}">
                  <a16:creationId xmlns:a16="http://schemas.microsoft.com/office/drawing/2014/main" id="{7620A2A7-C010-4A5E-8F07-2C22EC9962AB}"/>
                </a:ext>
              </a:extLst>
            </p:cNvPr>
            <p:cNvSpPr/>
            <p:nvPr userDrawn="1"/>
          </p:nvSpPr>
          <p:spPr>
            <a:xfrm>
              <a:off x="0" y="0"/>
              <a:ext cx="45720" cy="6908801"/>
            </a:xfrm>
            <a:prstGeom prst="rect">
              <a:avLst/>
            </a:prstGeom>
            <a:solidFill>
              <a:schemeClr val="bg2"/>
            </a:solidFill>
          </p:spPr>
          <p:txBody>
            <a:bodyPr/>
            <a:lstStyle/>
            <a:p>
              <a:endParaRPr lang="en-US">
                <a:latin typeface="Helvetica" pitchFamily="2" charset="0"/>
              </a:endParaRPr>
            </a:p>
          </p:txBody>
        </p:sp>
      </p:grpSp>
      <p:sp>
        <p:nvSpPr>
          <p:cNvPr id="13" name="Freeform 12">
            <a:extLst>
              <a:ext uri="{FF2B5EF4-FFF2-40B4-BE49-F238E27FC236}">
                <a16:creationId xmlns:a16="http://schemas.microsoft.com/office/drawing/2014/main" id="{35711A33-0C5F-D02D-68E5-6931A0A5977D}"/>
              </a:ext>
            </a:extLst>
          </p:cNvPr>
          <p:cNvSpPr/>
          <p:nvPr userDrawn="1"/>
        </p:nvSpPr>
        <p:spPr>
          <a:xfrm>
            <a:off x="403335" y="6570528"/>
            <a:ext cx="1372133" cy="189871"/>
          </a:xfrm>
          <a:custGeom>
            <a:avLst/>
            <a:gdLst/>
            <a:ahLst/>
            <a:cxnLst/>
            <a:rect l="l" t="t" r="r" b="b"/>
            <a:pathLst>
              <a:path w="2910083" h="402687">
                <a:moveTo>
                  <a:pt x="0" y="0"/>
                </a:moveTo>
                <a:lnTo>
                  <a:pt x="2910083" y="0"/>
                </a:lnTo>
                <a:lnTo>
                  <a:pt x="2910083" y="402687"/>
                </a:lnTo>
                <a:lnTo>
                  <a:pt x="0" y="4026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solidFill>
                <a:schemeClr val="tx1"/>
              </a:solidFill>
              <a:latin typeface="Helvetica" pitchFamily="2" charset="0"/>
            </a:endParaRPr>
          </a:p>
        </p:txBody>
      </p:sp>
      <p:sp>
        <p:nvSpPr>
          <p:cNvPr id="14" name="Title 12">
            <a:extLst>
              <a:ext uri="{FF2B5EF4-FFF2-40B4-BE49-F238E27FC236}">
                <a16:creationId xmlns:a16="http://schemas.microsoft.com/office/drawing/2014/main" id="{8E286521-6736-81EC-B52B-F30BEB61D7A2}"/>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latin typeface="Helvetica" pitchFamily="2" charset="0"/>
              </a:defRPr>
            </a:lvl1pPr>
          </a:lstStyle>
          <a:p>
            <a:pPr lvl="0"/>
            <a:r>
              <a:rPr lang="en-US"/>
              <a:t>Click to edit Master title style</a:t>
            </a:r>
          </a:p>
        </p:txBody>
      </p:sp>
      <p:sp>
        <p:nvSpPr>
          <p:cNvPr id="15" name="Text Placeholder 3">
            <a:extLst>
              <a:ext uri="{FF2B5EF4-FFF2-40B4-BE49-F238E27FC236}">
                <a16:creationId xmlns:a16="http://schemas.microsoft.com/office/drawing/2014/main" id="{0B25030C-D4B3-E783-68EA-B451489981A6}"/>
              </a:ext>
            </a:extLst>
          </p:cNvPr>
          <p:cNvSpPr>
            <a:spLocks noGrp="1"/>
          </p:cNvSpPr>
          <p:nvPr>
            <p:ph type="body" sz="quarter" idx="14"/>
          </p:nvPr>
        </p:nvSpPr>
        <p:spPr>
          <a:xfrm>
            <a:off x="403335" y="974774"/>
            <a:ext cx="11525906" cy="278538"/>
          </a:xfrm>
          <a:prstGeom prst="rect">
            <a:avLst/>
          </a:prstGeom>
        </p:spPr>
        <p:txBody>
          <a:bodyPr vert="horz" wrap="square" lIns="0" tIns="0" rIns="0" bIns="0" rtlCol="0">
            <a:spAutoFit/>
          </a:bodyPr>
          <a:lstStyle>
            <a:lvl1pPr marL="0" indent="0">
              <a:buNone/>
              <a:defRPr lang="en-US" sz="2000" dirty="0">
                <a:solidFill>
                  <a:schemeClr val="accent1"/>
                </a:solidFill>
                <a:latin typeface="Helvetica" pitchFamily="2" charset="0"/>
              </a:defRPr>
            </a:lvl1pPr>
          </a:lstStyle>
          <a:p>
            <a:pPr marL="174621" lvl="0" indent="-174621"/>
            <a:r>
              <a:rPr lang="en-US"/>
              <a:t>Click to edit Master text styles</a:t>
            </a:r>
          </a:p>
        </p:txBody>
      </p:sp>
      <p:sp>
        <p:nvSpPr>
          <p:cNvPr id="16" name="TextBox 15">
            <a:extLst>
              <a:ext uri="{FF2B5EF4-FFF2-40B4-BE49-F238E27FC236}">
                <a16:creationId xmlns:a16="http://schemas.microsoft.com/office/drawing/2014/main" id="{C0A2B5F9-5115-2B52-CE26-1B0BBF1E85CE}"/>
              </a:ext>
            </a:extLst>
          </p:cNvPr>
          <p:cNvSpPr txBox="1"/>
          <p:nvPr userDrawn="1"/>
        </p:nvSpPr>
        <p:spPr>
          <a:xfrm>
            <a:off x="11565988" y="6591122"/>
            <a:ext cx="363253" cy="169277"/>
          </a:xfrm>
          <a:prstGeom prst="rect">
            <a:avLst/>
          </a:prstGeom>
          <a:noFill/>
        </p:spPr>
        <p:txBody>
          <a:bodyPr wrap="square" lIns="0" tIns="0" rIns="0" bIns="0" rtlCol="0" anchor="b" anchorCtr="0">
            <a:spAutoFit/>
          </a:bodyPr>
          <a:lstStyle/>
          <a:p>
            <a:pPr algn="r"/>
            <a:fld id="{D0807A39-E1A1-D742-90F2-296DE3679287}" type="slidenum">
              <a:rPr lang="en-US" sz="1100" b="0" smtClean="0">
                <a:solidFill>
                  <a:schemeClr val="tx1"/>
                </a:solidFill>
                <a:latin typeface="Helvetica" pitchFamily="2" charset="0"/>
              </a:rPr>
              <a:pPr algn="r"/>
              <a:t>‹#›</a:t>
            </a:fld>
            <a:endParaRPr lang="en-US" sz="1100" b="0">
              <a:solidFill>
                <a:schemeClr val="tx1"/>
              </a:solidFill>
              <a:latin typeface="Helvetica" pitchFamily="2" charset="0"/>
            </a:endParaRPr>
          </a:p>
        </p:txBody>
      </p:sp>
    </p:spTree>
    <p:extLst>
      <p:ext uri="{BB962C8B-B14F-4D97-AF65-F5344CB8AC3E}">
        <p14:creationId xmlns:p14="http://schemas.microsoft.com/office/powerpoint/2010/main" val="4263665507"/>
      </p:ext>
    </p:extLst>
  </p:cSld>
  <p:clrMapOvr>
    <a:masterClrMapping/>
  </p:clrMapOvr>
  <p:extLst>
    <p:ext uri="{DCECCB84-F9BA-43D5-87BE-67443E8EF086}">
      <p15:sldGuideLst xmlns:p15="http://schemas.microsoft.com/office/powerpoint/2012/main">
        <p15:guide id="1" orient="horz" pos="2161">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p:bg>
      <p:bgPr>
        <a:solidFill>
          <a:schemeClr val="bg1"/>
        </a:solidFill>
        <a:effectLst/>
      </p:bgPr>
    </p:bg>
    <p:spTree>
      <p:nvGrpSpPr>
        <p:cNvPr id="1" name=""/>
        <p:cNvGrpSpPr/>
        <p:nvPr/>
      </p:nvGrpSpPr>
      <p:grpSpPr>
        <a:xfrm>
          <a:off x="0" y="0"/>
          <a:ext cx="0" cy="0"/>
          <a:chOff x="0" y="0"/>
          <a:chExt cx="0" cy="0"/>
        </a:xfrm>
      </p:grpSpPr>
      <p:sp>
        <p:nvSpPr>
          <p:cNvPr id="12" name="Text Placeholder 2"/>
          <p:cNvSpPr>
            <a:spLocks noGrp="1"/>
          </p:cNvSpPr>
          <p:nvPr>
            <p:ph type="body" sz="quarter" idx="16"/>
          </p:nvPr>
        </p:nvSpPr>
        <p:spPr>
          <a:xfrm>
            <a:off x="403335" y="2085625"/>
            <a:ext cx="5580776" cy="4032251"/>
          </a:xfrm>
          <a:prstGeom prst="rect">
            <a:avLst/>
          </a:prstGeom>
        </p:spPr>
        <p:txBody>
          <a:bodyPr lIns="0" tIns="0" rIns="0" bIns="0">
            <a:normAutofit/>
          </a:bodyPr>
          <a:lstStyle>
            <a:lvl1pPr marL="162980" indent="-162980">
              <a:lnSpc>
                <a:spcPct val="100000"/>
              </a:lnSpc>
              <a:spcBef>
                <a:spcPts val="0"/>
              </a:spcBef>
              <a:buClr>
                <a:schemeClr val="tx2"/>
              </a:buClr>
              <a:buFont typeface="Wingdings" pitchFamily="2" charset="2"/>
              <a:buChar char="§"/>
              <a:tabLst/>
              <a:defRPr sz="1867">
                <a:solidFill>
                  <a:schemeClr val="tx2">
                    <a:lumMod val="75000"/>
                  </a:schemeClr>
                </a:solidFill>
                <a:latin typeface="Helvetica" pitchFamily="2" charset="0"/>
              </a:defRPr>
            </a:lvl1pPr>
            <a:lvl2pPr marL="465655" indent="-302676">
              <a:lnSpc>
                <a:spcPct val="100000"/>
              </a:lnSpc>
              <a:spcBef>
                <a:spcPts val="0"/>
              </a:spcBef>
              <a:buClr>
                <a:schemeClr val="tx2"/>
              </a:buClr>
              <a:buFont typeface="System Font Regular"/>
              <a:buChar char="—"/>
              <a:tabLst/>
              <a:defRPr sz="1600">
                <a:solidFill>
                  <a:schemeClr val="tx2">
                    <a:lumMod val="75000"/>
                  </a:schemeClr>
                </a:solidFill>
                <a:latin typeface="Helvetica" pitchFamily="2" charset="0"/>
              </a:defRPr>
            </a:lvl2pPr>
            <a:lvl3pPr marL="687900" indent="-222245">
              <a:lnSpc>
                <a:spcPct val="100000"/>
              </a:lnSpc>
              <a:spcBef>
                <a:spcPts val="0"/>
              </a:spcBef>
              <a:buClr>
                <a:schemeClr val="tx2"/>
              </a:buClr>
              <a:buFont typeface="Arial" panose="020B0604020202020204" pitchFamily="34" charset="0"/>
              <a:buChar char="•"/>
              <a:tabLst/>
              <a:defRPr sz="1467">
                <a:solidFill>
                  <a:schemeClr val="tx2">
                    <a:lumMod val="75000"/>
                  </a:schemeClr>
                </a:solidFill>
                <a:latin typeface="Helvetica" pitchFamily="2" charset="0"/>
              </a:defRPr>
            </a:lvl3pPr>
            <a:lvl4pPr marL="920728" indent="-232828">
              <a:lnSpc>
                <a:spcPct val="100000"/>
              </a:lnSpc>
              <a:spcBef>
                <a:spcPts val="0"/>
              </a:spcBef>
              <a:buClr>
                <a:schemeClr val="tx2"/>
              </a:buClr>
              <a:buFont typeface="Arial" panose="020B0604020202020204" pitchFamily="34" charset="0"/>
              <a:buChar char="•"/>
              <a:tabLst/>
              <a:defRPr sz="1400">
                <a:solidFill>
                  <a:schemeClr val="tx2">
                    <a:lumMod val="75000"/>
                  </a:schemeClr>
                </a:solidFill>
                <a:latin typeface="Helvetica" pitchFamily="2" charset="0"/>
              </a:defRPr>
            </a:lvl4pPr>
            <a:lvl5pPr marL="1142971" indent="-222245">
              <a:lnSpc>
                <a:spcPct val="100000"/>
              </a:lnSpc>
              <a:spcBef>
                <a:spcPts val="0"/>
              </a:spcBef>
              <a:buClr>
                <a:schemeClr val="tx2"/>
              </a:buClr>
              <a:buFont typeface="Arial" panose="020B0604020202020204" pitchFamily="34" charset="0"/>
              <a:buChar char="•"/>
              <a:tabLst/>
              <a:defRPr sz="1400">
                <a:solidFill>
                  <a:schemeClr val="tx2">
                    <a:lumMod val="75000"/>
                  </a:schemeClr>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7"/>
          <p:cNvSpPr>
            <a:spLocks noGrp="1"/>
          </p:cNvSpPr>
          <p:nvPr>
            <p:ph type="body" sz="quarter" idx="17" hasCustomPrompt="1"/>
          </p:nvPr>
        </p:nvSpPr>
        <p:spPr>
          <a:xfrm>
            <a:off x="403335" y="1526250"/>
            <a:ext cx="5580776" cy="406400"/>
          </a:xfrm>
          <a:prstGeom prst="rect">
            <a:avLst/>
          </a:prstGeom>
          <a:solidFill>
            <a:schemeClr val="accent2"/>
          </a:solidFill>
        </p:spPr>
        <p:txBody>
          <a:bodyPr lIns="91440" tIns="91440" rIns="0" bIns="0" anchor="t" anchorCtr="0"/>
          <a:lstStyle>
            <a:lvl1pPr marL="0" indent="0" algn="l">
              <a:buNone/>
              <a:defRPr sz="2000" b="1">
                <a:solidFill>
                  <a:schemeClr val="bg1"/>
                </a:solidFill>
                <a:latin typeface="Helvetica" pitchFamily="2" charset="0"/>
              </a:defRPr>
            </a:lvl1pPr>
          </a:lstStyle>
          <a:p>
            <a:pPr lvl="0"/>
            <a:r>
              <a:rPr lang="en-US"/>
              <a:t>Text here</a:t>
            </a:r>
          </a:p>
        </p:txBody>
      </p:sp>
      <p:sp>
        <p:nvSpPr>
          <p:cNvPr id="22" name="Text Placeholder 7"/>
          <p:cNvSpPr>
            <a:spLocks noGrp="1"/>
          </p:cNvSpPr>
          <p:nvPr>
            <p:ph type="body" sz="quarter" idx="18" hasCustomPrompt="1"/>
          </p:nvPr>
        </p:nvSpPr>
        <p:spPr>
          <a:xfrm>
            <a:off x="6245233" y="1526250"/>
            <a:ext cx="5699839" cy="406400"/>
          </a:xfrm>
          <a:prstGeom prst="rect">
            <a:avLst/>
          </a:prstGeom>
          <a:solidFill>
            <a:schemeClr val="accent1"/>
          </a:solidFill>
        </p:spPr>
        <p:txBody>
          <a:bodyPr lIns="91440" tIns="91440" rIns="0" bIns="0" anchor="t" anchorCtr="0"/>
          <a:lstStyle>
            <a:lvl1pPr marL="0" indent="0" algn="l">
              <a:buNone/>
              <a:defRPr sz="2000" b="1">
                <a:solidFill>
                  <a:schemeClr val="bg1"/>
                </a:solidFill>
                <a:latin typeface="Helvetica" pitchFamily="2" charset="0"/>
              </a:defRPr>
            </a:lvl1pPr>
          </a:lstStyle>
          <a:p>
            <a:pPr lvl="0"/>
            <a:r>
              <a:rPr lang="en-US"/>
              <a:t>Text here</a:t>
            </a:r>
          </a:p>
        </p:txBody>
      </p:sp>
      <p:cxnSp>
        <p:nvCxnSpPr>
          <p:cNvPr id="6" name="Straight Connector 5"/>
          <p:cNvCxnSpPr/>
          <p:nvPr userDrawn="1"/>
        </p:nvCxnSpPr>
        <p:spPr>
          <a:xfrm>
            <a:off x="6134100" y="2286000"/>
            <a:ext cx="0" cy="34544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4F74D043-A6E8-9DAB-2C3C-44218B90B98B}"/>
              </a:ext>
            </a:extLst>
          </p:cNvPr>
          <p:cNvSpPr>
            <a:spLocks noGrp="1"/>
          </p:cNvSpPr>
          <p:nvPr>
            <p:ph type="body" sz="quarter" idx="20"/>
          </p:nvPr>
        </p:nvSpPr>
        <p:spPr>
          <a:xfrm>
            <a:off x="6245234" y="2085625"/>
            <a:ext cx="5711414" cy="4032251"/>
          </a:xfrm>
          <a:prstGeom prst="rect">
            <a:avLst/>
          </a:prstGeom>
        </p:spPr>
        <p:txBody>
          <a:bodyPr lIns="0" tIns="0" rIns="0" bIns="0">
            <a:normAutofit/>
          </a:bodyPr>
          <a:lstStyle>
            <a:lvl1pPr marL="162980" indent="-162980">
              <a:lnSpc>
                <a:spcPct val="100000"/>
              </a:lnSpc>
              <a:spcBef>
                <a:spcPts val="0"/>
              </a:spcBef>
              <a:buClr>
                <a:schemeClr val="accent1"/>
              </a:buClr>
              <a:buFont typeface="Wingdings" pitchFamily="2" charset="2"/>
              <a:buChar char="§"/>
              <a:tabLst/>
              <a:defRPr sz="1867">
                <a:solidFill>
                  <a:schemeClr val="tx2">
                    <a:lumMod val="75000"/>
                  </a:schemeClr>
                </a:solidFill>
                <a:latin typeface="Helvetica" pitchFamily="2" charset="0"/>
              </a:defRPr>
            </a:lvl1pPr>
            <a:lvl2pPr marL="465655" indent="-302676">
              <a:lnSpc>
                <a:spcPct val="100000"/>
              </a:lnSpc>
              <a:spcBef>
                <a:spcPts val="0"/>
              </a:spcBef>
              <a:buClr>
                <a:schemeClr val="accent1"/>
              </a:buClr>
              <a:buFont typeface="System Font Regular"/>
              <a:buChar char="—"/>
              <a:tabLst/>
              <a:defRPr sz="1600">
                <a:solidFill>
                  <a:schemeClr val="tx2">
                    <a:lumMod val="75000"/>
                  </a:schemeClr>
                </a:solidFill>
                <a:latin typeface="Helvetica" pitchFamily="2" charset="0"/>
              </a:defRPr>
            </a:lvl2pPr>
            <a:lvl3pPr marL="687900" indent="-222245">
              <a:lnSpc>
                <a:spcPct val="100000"/>
              </a:lnSpc>
              <a:spcBef>
                <a:spcPts val="0"/>
              </a:spcBef>
              <a:buClr>
                <a:schemeClr val="accent1"/>
              </a:buClr>
              <a:buFont typeface="Arial" panose="020B0604020202020204" pitchFamily="34" charset="0"/>
              <a:buChar char="•"/>
              <a:tabLst/>
              <a:defRPr sz="1467">
                <a:solidFill>
                  <a:schemeClr val="tx2">
                    <a:lumMod val="75000"/>
                  </a:schemeClr>
                </a:solidFill>
                <a:latin typeface="Helvetica" pitchFamily="2" charset="0"/>
              </a:defRPr>
            </a:lvl3pPr>
            <a:lvl4pPr marL="920728" indent="-232828">
              <a:lnSpc>
                <a:spcPct val="100000"/>
              </a:lnSpc>
              <a:spcBef>
                <a:spcPts val="0"/>
              </a:spcBef>
              <a:buClr>
                <a:schemeClr val="accent1"/>
              </a:buClr>
              <a:buFont typeface="Arial" panose="020B0604020202020204" pitchFamily="34" charset="0"/>
              <a:buChar char="•"/>
              <a:tabLst/>
              <a:defRPr sz="1400">
                <a:solidFill>
                  <a:schemeClr val="tx2">
                    <a:lumMod val="75000"/>
                  </a:schemeClr>
                </a:solidFill>
                <a:latin typeface="Helvetica" pitchFamily="2" charset="0"/>
              </a:defRPr>
            </a:lvl4pPr>
            <a:lvl5pPr marL="1142971" indent="-222245">
              <a:lnSpc>
                <a:spcPct val="100000"/>
              </a:lnSpc>
              <a:spcBef>
                <a:spcPts val="0"/>
              </a:spcBef>
              <a:buClr>
                <a:schemeClr val="accent1"/>
              </a:buClr>
              <a:buFont typeface="Arial" panose="020B0604020202020204" pitchFamily="34" charset="0"/>
              <a:buChar char="•"/>
              <a:tabLst/>
              <a:defRPr sz="1400">
                <a:solidFill>
                  <a:schemeClr val="tx2">
                    <a:lumMod val="75000"/>
                  </a:schemeClr>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 name="Group 10">
            <a:extLst>
              <a:ext uri="{FF2B5EF4-FFF2-40B4-BE49-F238E27FC236}">
                <a16:creationId xmlns:a16="http://schemas.microsoft.com/office/drawing/2014/main" id="{37A46EF9-5BF2-0D77-8607-20C7DDDDA964}"/>
              </a:ext>
            </a:extLst>
          </p:cNvPr>
          <p:cNvGrpSpPr/>
          <p:nvPr userDrawn="1"/>
        </p:nvGrpSpPr>
        <p:grpSpPr>
          <a:xfrm>
            <a:off x="0" y="0"/>
            <a:ext cx="206477" cy="6908801"/>
            <a:chOff x="0" y="0"/>
            <a:chExt cx="206477" cy="6908801"/>
          </a:xfrm>
        </p:grpSpPr>
        <p:sp>
          <p:nvSpPr>
            <p:cNvPr id="14" name="AutoShape 3">
              <a:extLst>
                <a:ext uri="{FF2B5EF4-FFF2-40B4-BE49-F238E27FC236}">
                  <a16:creationId xmlns:a16="http://schemas.microsoft.com/office/drawing/2014/main" id="{B6D4A52F-7C98-A5E4-E700-DF91FAB2C174}"/>
                </a:ext>
              </a:extLst>
            </p:cNvPr>
            <p:cNvSpPr/>
            <p:nvPr userDrawn="1"/>
          </p:nvSpPr>
          <p:spPr>
            <a:xfrm flipH="1">
              <a:off x="0" y="0"/>
              <a:ext cx="206477" cy="6858000"/>
            </a:xfrm>
            <a:prstGeom prst="rect">
              <a:avLst/>
            </a:prstGeom>
            <a:solidFill>
              <a:schemeClr val="accent2"/>
            </a:solidFill>
          </p:spPr>
          <p:txBody>
            <a:bodyPr/>
            <a:lstStyle/>
            <a:p>
              <a:endParaRPr lang="en-US">
                <a:latin typeface="Helvetica" pitchFamily="2" charset="0"/>
              </a:endParaRPr>
            </a:p>
          </p:txBody>
        </p:sp>
        <p:sp>
          <p:nvSpPr>
            <p:cNvPr id="15" name="AutoShape 3">
              <a:extLst>
                <a:ext uri="{FF2B5EF4-FFF2-40B4-BE49-F238E27FC236}">
                  <a16:creationId xmlns:a16="http://schemas.microsoft.com/office/drawing/2014/main" id="{FE8234DB-C877-6985-5359-75DB7BCF3B7A}"/>
                </a:ext>
              </a:extLst>
            </p:cNvPr>
            <p:cNvSpPr/>
            <p:nvPr userDrawn="1"/>
          </p:nvSpPr>
          <p:spPr>
            <a:xfrm>
              <a:off x="0" y="0"/>
              <a:ext cx="45720" cy="6908801"/>
            </a:xfrm>
            <a:prstGeom prst="rect">
              <a:avLst/>
            </a:prstGeom>
            <a:solidFill>
              <a:schemeClr val="bg2"/>
            </a:solidFill>
          </p:spPr>
          <p:txBody>
            <a:bodyPr/>
            <a:lstStyle/>
            <a:p>
              <a:endParaRPr lang="en-US">
                <a:latin typeface="Helvetica" pitchFamily="2" charset="0"/>
              </a:endParaRPr>
            </a:p>
          </p:txBody>
        </p:sp>
      </p:grpSp>
      <p:sp>
        <p:nvSpPr>
          <p:cNvPr id="18" name="Text Placeholder 3">
            <a:extLst>
              <a:ext uri="{FF2B5EF4-FFF2-40B4-BE49-F238E27FC236}">
                <a16:creationId xmlns:a16="http://schemas.microsoft.com/office/drawing/2014/main" id="{EE0B5716-B708-6DB8-8730-E40A6A8E69CD}"/>
              </a:ext>
            </a:extLst>
          </p:cNvPr>
          <p:cNvSpPr>
            <a:spLocks noGrp="1"/>
          </p:cNvSpPr>
          <p:nvPr>
            <p:ph type="body" sz="quarter" idx="14"/>
          </p:nvPr>
        </p:nvSpPr>
        <p:spPr>
          <a:xfrm>
            <a:off x="403335" y="974774"/>
            <a:ext cx="11525906" cy="278538"/>
          </a:xfrm>
          <a:prstGeom prst="rect">
            <a:avLst/>
          </a:prstGeom>
        </p:spPr>
        <p:txBody>
          <a:bodyPr vert="horz" wrap="square" lIns="0" tIns="0" rIns="0" bIns="0" rtlCol="0">
            <a:spAutoFit/>
          </a:bodyPr>
          <a:lstStyle>
            <a:lvl1pPr marL="0" indent="0">
              <a:buNone/>
              <a:defRPr lang="en-US" sz="2000" dirty="0">
                <a:solidFill>
                  <a:schemeClr val="accent1"/>
                </a:solidFill>
                <a:latin typeface="Helvetica" pitchFamily="2" charset="0"/>
              </a:defRPr>
            </a:lvl1pPr>
          </a:lstStyle>
          <a:p>
            <a:pPr marL="174621" lvl="0" indent="-174621"/>
            <a:r>
              <a:rPr lang="en-US"/>
              <a:t>Click to edit Master text styles</a:t>
            </a:r>
          </a:p>
        </p:txBody>
      </p:sp>
      <p:sp>
        <p:nvSpPr>
          <p:cNvPr id="2" name="Title 12">
            <a:extLst>
              <a:ext uri="{FF2B5EF4-FFF2-40B4-BE49-F238E27FC236}">
                <a16:creationId xmlns:a16="http://schemas.microsoft.com/office/drawing/2014/main" id="{6CBA535B-2B93-6280-4745-81FFF6EA2135}"/>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latin typeface="Helvetica" pitchFamily="2" charset="0"/>
              </a:defRPr>
            </a:lvl1pPr>
          </a:lstStyle>
          <a:p>
            <a:pPr lvl="0"/>
            <a:r>
              <a:rPr lang="en-US"/>
              <a:t>Click to edit Master title style</a:t>
            </a:r>
          </a:p>
        </p:txBody>
      </p:sp>
    </p:spTree>
    <p:extLst>
      <p:ext uri="{BB962C8B-B14F-4D97-AF65-F5344CB8AC3E}">
        <p14:creationId xmlns:p14="http://schemas.microsoft.com/office/powerpoint/2010/main" val="3325291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cons and Description">
    <p:bg>
      <p:bgPr>
        <a:solidFill>
          <a:schemeClr val="bg1"/>
        </a:solidFill>
        <a:effectLst/>
      </p:bgPr>
    </p:bg>
    <p:spTree>
      <p:nvGrpSpPr>
        <p:cNvPr id="1" name=""/>
        <p:cNvGrpSpPr/>
        <p:nvPr/>
      </p:nvGrpSpPr>
      <p:grpSpPr>
        <a:xfrm>
          <a:off x="0" y="0"/>
          <a:ext cx="0" cy="0"/>
          <a:chOff x="0" y="0"/>
          <a:chExt cx="0" cy="0"/>
        </a:xfrm>
      </p:grpSpPr>
      <p:sp>
        <p:nvSpPr>
          <p:cNvPr id="15" name="Text Placeholder 3"/>
          <p:cNvSpPr>
            <a:spLocks noGrp="1"/>
          </p:cNvSpPr>
          <p:nvPr>
            <p:ph type="body" sz="quarter" idx="11" hasCustomPrompt="1"/>
          </p:nvPr>
        </p:nvSpPr>
        <p:spPr>
          <a:xfrm>
            <a:off x="1111169" y="1803401"/>
            <a:ext cx="4267200" cy="304799"/>
          </a:xfrm>
          <a:prstGeom prst="rect">
            <a:avLst/>
          </a:prstGeom>
        </p:spPr>
        <p:txBody>
          <a:bodyPr lIns="0" tIns="0" rIns="0" bIns="0"/>
          <a:lstStyle>
            <a:lvl1pPr marL="0" indent="0">
              <a:buNone/>
              <a:defRPr sz="1867" b="1" baseline="0">
                <a:solidFill>
                  <a:srgbClr val="27679A"/>
                </a:solidFill>
                <a:latin typeface="Helvetica" pitchFamily="2" charset="0"/>
              </a:defRPr>
            </a:lvl1pPr>
          </a:lstStyle>
          <a:p>
            <a:pPr lvl="0"/>
            <a:r>
              <a:rPr lang="en-US"/>
              <a:t>Edit Text</a:t>
            </a:r>
          </a:p>
        </p:txBody>
      </p:sp>
      <p:sp>
        <p:nvSpPr>
          <p:cNvPr id="17" name="Text Placeholder 3"/>
          <p:cNvSpPr>
            <a:spLocks noGrp="1"/>
          </p:cNvSpPr>
          <p:nvPr>
            <p:ph type="body" sz="quarter" idx="13" hasCustomPrompt="1"/>
          </p:nvPr>
        </p:nvSpPr>
        <p:spPr>
          <a:xfrm>
            <a:off x="6944810" y="1803401"/>
            <a:ext cx="4267200" cy="318911"/>
          </a:xfrm>
          <a:prstGeom prst="rect">
            <a:avLst/>
          </a:prstGeom>
        </p:spPr>
        <p:txBody>
          <a:bodyPr lIns="0" tIns="0" rIns="0" bIns="0"/>
          <a:lstStyle>
            <a:lvl1pPr marL="0" indent="0">
              <a:buNone/>
              <a:defRPr sz="1867" b="1" baseline="0">
                <a:solidFill>
                  <a:srgbClr val="27679A"/>
                </a:solidFill>
                <a:latin typeface="Helvetica" pitchFamily="2" charset="0"/>
              </a:defRPr>
            </a:lvl1pPr>
          </a:lstStyle>
          <a:p>
            <a:pPr lvl="0"/>
            <a:r>
              <a:rPr lang="en-US"/>
              <a:t>Edit Text</a:t>
            </a:r>
          </a:p>
        </p:txBody>
      </p:sp>
      <p:sp>
        <p:nvSpPr>
          <p:cNvPr id="23" name="Text Placeholder 3"/>
          <p:cNvSpPr>
            <a:spLocks noGrp="1"/>
          </p:cNvSpPr>
          <p:nvPr>
            <p:ph type="body" sz="quarter" idx="17" hasCustomPrompt="1"/>
          </p:nvPr>
        </p:nvSpPr>
        <p:spPr>
          <a:xfrm>
            <a:off x="1111169" y="4038597"/>
            <a:ext cx="4267200" cy="318911"/>
          </a:xfrm>
          <a:prstGeom prst="rect">
            <a:avLst/>
          </a:prstGeom>
        </p:spPr>
        <p:txBody>
          <a:bodyPr lIns="0" tIns="0" rIns="0" bIns="0"/>
          <a:lstStyle>
            <a:lvl1pPr marL="0" indent="0">
              <a:buNone/>
              <a:defRPr sz="1867" b="1" baseline="0">
                <a:solidFill>
                  <a:srgbClr val="27679A"/>
                </a:solidFill>
                <a:latin typeface="Helvetica" pitchFamily="2" charset="0"/>
              </a:defRPr>
            </a:lvl1pPr>
          </a:lstStyle>
          <a:p>
            <a:pPr lvl="0"/>
            <a:r>
              <a:rPr lang="en-US"/>
              <a:t>Edit Text</a:t>
            </a:r>
          </a:p>
        </p:txBody>
      </p:sp>
      <p:sp>
        <p:nvSpPr>
          <p:cNvPr id="25" name="Text Placeholder 3"/>
          <p:cNvSpPr>
            <a:spLocks noGrp="1"/>
          </p:cNvSpPr>
          <p:nvPr>
            <p:ph type="body" sz="quarter" idx="19" hasCustomPrompt="1"/>
          </p:nvPr>
        </p:nvSpPr>
        <p:spPr>
          <a:xfrm>
            <a:off x="6944810" y="4038597"/>
            <a:ext cx="4267200" cy="318911"/>
          </a:xfrm>
          <a:prstGeom prst="rect">
            <a:avLst/>
          </a:prstGeom>
        </p:spPr>
        <p:txBody>
          <a:bodyPr lIns="0" tIns="0" rIns="0" bIns="0"/>
          <a:lstStyle>
            <a:lvl1pPr marL="0" indent="0">
              <a:buNone/>
              <a:defRPr sz="1867" b="1" baseline="0">
                <a:solidFill>
                  <a:srgbClr val="27679A"/>
                </a:solidFill>
                <a:latin typeface="Helvetica" pitchFamily="2" charset="0"/>
              </a:defRPr>
            </a:lvl1pPr>
          </a:lstStyle>
          <a:p>
            <a:pPr lvl="0"/>
            <a:r>
              <a:rPr lang="en-US"/>
              <a:t>Edit Text</a:t>
            </a:r>
          </a:p>
        </p:txBody>
      </p:sp>
      <p:sp>
        <p:nvSpPr>
          <p:cNvPr id="21" name="Text Placeholder 10">
            <a:extLst>
              <a:ext uri="{FF2B5EF4-FFF2-40B4-BE49-F238E27FC236}">
                <a16:creationId xmlns:a16="http://schemas.microsoft.com/office/drawing/2014/main" id="{9AECD5B1-9AFB-0D6E-BA65-C4138FBF31AD}"/>
              </a:ext>
            </a:extLst>
          </p:cNvPr>
          <p:cNvSpPr>
            <a:spLocks noGrp="1"/>
          </p:cNvSpPr>
          <p:nvPr>
            <p:ph type="body" sz="quarter" idx="21" hasCustomPrompt="1"/>
          </p:nvPr>
        </p:nvSpPr>
        <p:spPr>
          <a:xfrm>
            <a:off x="1111169" y="2108199"/>
            <a:ext cx="4267200" cy="1625599"/>
          </a:xfrm>
          <a:prstGeom prst="rect">
            <a:avLst/>
          </a:prstGeom>
        </p:spPr>
        <p:txBody>
          <a:bodyPr lIns="0" tIns="0" rIns="0" bIns="0" anchor="t" anchorCtr="0">
            <a:normAutofit/>
          </a:bodyPr>
          <a:lstStyle>
            <a:lvl1pPr marL="0" indent="0">
              <a:lnSpc>
                <a:spcPct val="100000"/>
              </a:lnSpc>
              <a:spcBef>
                <a:spcPts val="800"/>
              </a:spcBef>
              <a:buNone/>
              <a:defRPr sz="1600" baseline="0">
                <a:solidFill>
                  <a:schemeClr val="tx1"/>
                </a:solidFill>
                <a:latin typeface="Helvetica" pitchFamily="2" charset="0"/>
              </a:defRPr>
            </a:lvl1pPr>
          </a:lstStyle>
          <a:p>
            <a:pPr lvl="0"/>
            <a:r>
              <a:rPr lang="en-US"/>
              <a:t>Edit Text</a:t>
            </a:r>
          </a:p>
        </p:txBody>
      </p:sp>
      <p:sp>
        <p:nvSpPr>
          <p:cNvPr id="38" name="Text Placeholder 10">
            <a:extLst>
              <a:ext uri="{FF2B5EF4-FFF2-40B4-BE49-F238E27FC236}">
                <a16:creationId xmlns:a16="http://schemas.microsoft.com/office/drawing/2014/main" id="{1327ECA8-0EDF-8624-649E-71DE66810AA8}"/>
              </a:ext>
            </a:extLst>
          </p:cNvPr>
          <p:cNvSpPr>
            <a:spLocks noGrp="1"/>
          </p:cNvSpPr>
          <p:nvPr>
            <p:ph type="body" sz="quarter" idx="22" hasCustomPrompt="1"/>
          </p:nvPr>
        </p:nvSpPr>
        <p:spPr>
          <a:xfrm>
            <a:off x="6944810" y="2108199"/>
            <a:ext cx="4267200" cy="1625599"/>
          </a:xfrm>
          <a:prstGeom prst="rect">
            <a:avLst/>
          </a:prstGeom>
        </p:spPr>
        <p:txBody>
          <a:bodyPr lIns="0" tIns="0" rIns="0" bIns="0" anchor="t" anchorCtr="0">
            <a:normAutofit/>
          </a:bodyPr>
          <a:lstStyle>
            <a:lvl1pPr marL="0" indent="0">
              <a:lnSpc>
                <a:spcPct val="100000"/>
              </a:lnSpc>
              <a:spcBef>
                <a:spcPts val="800"/>
              </a:spcBef>
              <a:buNone/>
              <a:defRPr sz="1600" baseline="0">
                <a:solidFill>
                  <a:schemeClr val="tx1"/>
                </a:solidFill>
                <a:latin typeface="Helvetica" pitchFamily="2" charset="0"/>
              </a:defRPr>
            </a:lvl1pPr>
          </a:lstStyle>
          <a:p>
            <a:pPr lvl="0"/>
            <a:r>
              <a:rPr lang="en-US"/>
              <a:t>Edit Text</a:t>
            </a:r>
          </a:p>
        </p:txBody>
      </p:sp>
      <p:sp>
        <p:nvSpPr>
          <p:cNvPr id="39" name="Text Placeholder 10">
            <a:extLst>
              <a:ext uri="{FF2B5EF4-FFF2-40B4-BE49-F238E27FC236}">
                <a16:creationId xmlns:a16="http://schemas.microsoft.com/office/drawing/2014/main" id="{C386E270-444C-D81E-755C-39E0F515689E}"/>
              </a:ext>
            </a:extLst>
          </p:cNvPr>
          <p:cNvSpPr>
            <a:spLocks noGrp="1"/>
          </p:cNvSpPr>
          <p:nvPr>
            <p:ph type="body" sz="quarter" idx="23" hasCustomPrompt="1"/>
          </p:nvPr>
        </p:nvSpPr>
        <p:spPr>
          <a:xfrm>
            <a:off x="1111169" y="4365974"/>
            <a:ext cx="4267200" cy="1625599"/>
          </a:xfrm>
          <a:prstGeom prst="rect">
            <a:avLst/>
          </a:prstGeom>
        </p:spPr>
        <p:txBody>
          <a:bodyPr lIns="0" tIns="0" rIns="0" bIns="0" anchor="t" anchorCtr="0">
            <a:normAutofit/>
          </a:bodyPr>
          <a:lstStyle>
            <a:lvl1pPr marL="0" indent="0">
              <a:lnSpc>
                <a:spcPct val="100000"/>
              </a:lnSpc>
              <a:spcBef>
                <a:spcPts val="800"/>
              </a:spcBef>
              <a:buNone/>
              <a:defRPr sz="1600" baseline="0">
                <a:solidFill>
                  <a:schemeClr val="tx1"/>
                </a:solidFill>
                <a:latin typeface="Helvetica" pitchFamily="2" charset="0"/>
              </a:defRPr>
            </a:lvl1pPr>
          </a:lstStyle>
          <a:p>
            <a:pPr lvl="0"/>
            <a:r>
              <a:rPr lang="en-US"/>
              <a:t>Edit Text</a:t>
            </a:r>
          </a:p>
        </p:txBody>
      </p:sp>
      <p:sp>
        <p:nvSpPr>
          <p:cNvPr id="41" name="Text Placeholder 10">
            <a:extLst>
              <a:ext uri="{FF2B5EF4-FFF2-40B4-BE49-F238E27FC236}">
                <a16:creationId xmlns:a16="http://schemas.microsoft.com/office/drawing/2014/main" id="{E075E048-78A4-C81C-02D5-25EE351FAE06}"/>
              </a:ext>
            </a:extLst>
          </p:cNvPr>
          <p:cNvSpPr>
            <a:spLocks noGrp="1"/>
          </p:cNvSpPr>
          <p:nvPr>
            <p:ph type="body" sz="quarter" idx="24" hasCustomPrompt="1"/>
          </p:nvPr>
        </p:nvSpPr>
        <p:spPr>
          <a:xfrm>
            <a:off x="6944810" y="4365974"/>
            <a:ext cx="4267200" cy="1625599"/>
          </a:xfrm>
          <a:prstGeom prst="rect">
            <a:avLst/>
          </a:prstGeom>
        </p:spPr>
        <p:txBody>
          <a:bodyPr lIns="0" tIns="0" rIns="0" bIns="0" anchor="t" anchorCtr="0">
            <a:normAutofit/>
          </a:bodyPr>
          <a:lstStyle>
            <a:lvl1pPr marL="0" indent="0">
              <a:lnSpc>
                <a:spcPct val="100000"/>
              </a:lnSpc>
              <a:spcBef>
                <a:spcPts val="800"/>
              </a:spcBef>
              <a:buNone/>
              <a:defRPr sz="1600" baseline="0">
                <a:solidFill>
                  <a:schemeClr val="tx1"/>
                </a:solidFill>
                <a:latin typeface="Helvetica" pitchFamily="2" charset="0"/>
              </a:defRPr>
            </a:lvl1pPr>
          </a:lstStyle>
          <a:p>
            <a:pPr lvl="0"/>
            <a:r>
              <a:rPr lang="en-US"/>
              <a:t>Edit Text</a:t>
            </a:r>
          </a:p>
        </p:txBody>
      </p:sp>
      <p:grpSp>
        <p:nvGrpSpPr>
          <p:cNvPr id="8" name="Group 7">
            <a:extLst>
              <a:ext uri="{FF2B5EF4-FFF2-40B4-BE49-F238E27FC236}">
                <a16:creationId xmlns:a16="http://schemas.microsoft.com/office/drawing/2014/main" id="{4CAA89D8-5295-29DF-ADDF-F356A1125020}"/>
              </a:ext>
            </a:extLst>
          </p:cNvPr>
          <p:cNvGrpSpPr/>
          <p:nvPr userDrawn="1"/>
        </p:nvGrpSpPr>
        <p:grpSpPr>
          <a:xfrm>
            <a:off x="0" y="0"/>
            <a:ext cx="206477" cy="6908801"/>
            <a:chOff x="0" y="0"/>
            <a:chExt cx="206477" cy="6908801"/>
          </a:xfrm>
        </p:grpSpPr>
        <p:sp>
          <p:nvSpPr>
            <p:cNvPr id="9" name="AutoShape 3">
              <a:extLst>
                <a:ext uri="{FF2B5EF4-FFF2-40B4-BE49-F238E27FC236}">
                  <a16:creationId xmlns:a16="http://schemas.microsoft.com/office/drawing/2014/main" id="{EA0D22CC-5349-A7B5-654A-ACF805999BCA}"/>
                </a:ext>
              </a:extLst>
            </p:cNvPr>
            <p:cNvSpPr/>
            <p:nvPr userDrawn="1"/>
          </p:nvSpPr>
          <p:spPr>
            <a:xfrm flipH="1">
              <a:off x="0" y="0"/>
              <a:ext cx="206477" cy="6858000"/>
            </a:xfrm>
            <a:prstGeom prst="rect">
              <a:avLst/>
            </a:prstGeom>
            <a:solidFill>
              <a:schemeClr val="accent2"/>
            </a:solidFill>
          </p:spPr>
          <p:txBody>
            <a:bodyPr/>
            <a:lstStyle/>
            <a:p>
              <a:endParaRPr lang="en-US">
                <a:latin typeface="Helvetica" pitchFamily="2" charset="0"/>
              </a:endParaRPr>
            </a:p>
          </p:txBody>
        </p:sp>
        <p:sp>
          <p:nvSpPr>
            <p:cNvPr id="10" name="AutoShape 3">
              <a:extLst>
                <a:ext uri="{FF2B5EF4-FFF2-40B4-BE49-F238E27FC236}">
                  <a16:creationId xmlns:a16="http://schemas.microsoft.com/office/drawing/2014/main" id="{7E542C11-9AE5-7817-B21C-1087F2B37DB0}"/>
                </a:ext>
              </a:extLst>
            </p:cNvPr>
            <p:cNvSpPr/>
            <p:nvPr userDrawn="1"/>
          </p:nvSpPr>
          <p:spPr>
            <a:xfrm>
              <a:off x="0" y="0"/>
              <a:ext cx="45720" cy="6908801"/>
            </a:xfrm>
            <a:prstGeom prst="rect">
              <a:avLst/>
            </a:prstGeom>
            <a:solidFill>
              <a:schemeClr val="bg2"/>
            </a:solidFill>
          </p:spPr>
          <p:txBody>
            <a:bodyPr/>
            <a:lstStyle/>
            <a:p>
              <a:endParaRPr lang="en-US">
                <a:latin typeface="Helvetica" pitchFamily="2" charset="0"/>
              </a:endParaRPr>
            </a:p>
          </p:txBody>
        </p:sp>
      </p:grpSp>
      <p:sp>
        <p:nvSpPr>
          <p:cNvPr id="11" name="Freeform 10">
            <a:extLst>
              <a:ext uri="{FF2B5EF4-FFF2-40B4-BE49-F238E27FC236}">
                <a16:creationId xmlns:a16="http://schemas.microsoft.com/office/drawing/2014/main" id="{5F4345DC-EC8F-1545-76B6-105783D046A5}"/>
              </a:ext>
            </a:extLst>
          </p:cNvPr>
          <p:cNvSpPr/>
          <p:nvPr userDrawn="1"/>
        </p:nvSpPr>
        <p:spPr>
          <a:xfrm>
            <a:off x="403335" y="6570528"/>
            <a:ext cx="1372133" cy="189871"/>
          </a:xfrm>
          <a:custGeom>
            <a:avLst/>
            <a:gdLst/>
            <a:ahLst/>
            <a:cxnLst/>
            <a:rect l="l" t="t" r="r" b="b"/>
            <a:pathLst>
              <a:path w="2910083" h="402687">
                <a:moveTo>
                  <a:pt x="0" y="0"/>
                </a:moveTo>
                <a:lnTo>
                  <a:pt x="2910083" y="0"/>
                </a:lnTo>
                <a:lnTo>
                  <a:pt x="2910083" y="402687"/>
                </a:lnTo>
                <a:lnTo>
                  <a:pt x="0" y="4026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solidFill>
                <a:schemeClr val="tx1"/>
              </a:solidFill>
              <a:latin typeface="Helvetica" pitchFamily="2" charset="0"/>
            </a:endParaRPr>
          </a:p>
        </p:txBody>
      </p:sp>
      <p:sp>
        <p:nvSpPr>
          <p:cNvPr id="13" name="Text Placeholder 3">
            <a:extLst>
              <a:ext uri="{FF2B5EF4-FFF2-40B4-BE49-F238E27FC236}">
                <a16:creationId xmlns:a16="http://schemas.microsoft.com/office/drawing/2014/main" id="{89147E57-2CEC-B30E-11C2-6415F9934B0B}"/>
              </a:ext>
            </a:extLst>
          </p:cNvPr>
          <p:cNvSpPr>
            <a:spLocks noGrp="1"/>
          </p:cNvSpPr>
          <p:nvPr>
            <p:ph type="body" sz="quarter" idx="14"/>
          </p:nvPr>
        </p:nvSpPr>
        <p:spPr>
          <a:xfrm>
            <a:off x="403335" y="974774"/>
            <a:ext cx="11525906" cy="278538"/>
          </a:xfrm>
          <a:prstGeom prst="rect">
            <a:avLst/>
          </a:prstGeom>
        </p:spPr>
        <p:txBody>
          <a:bodyPr vert="horz" wrap="square" lIns="0" tIns="0" rIns="0" bIns="0" rtlCol="0">
            <a:spAutoFit/>
          </a:bodyPr>
          <a:lstStyle>
            <a:lvl1pPr marL="0" indent="0">
              <a:buNone/>
              <a:defRPr lang="en-US" sz="2000" dirty="0">
                <a:solidFill>
                  <a:schemeClr val="accent1"/>
                </a:solidFill>
                <a:latin typeface="Helvetica" pitchFamily="2" charset="0"/>
              </a:defRPr>
            </a:lvl1pPr>
          </a:lstStyle>
          <a:p>
            <a:pPr marL="174621" lvl="0" indent="-174621"/>
            <a:r>
              <a:rPr lang="en-US"/>
              <a:t>Click to edit Master text styles</a:t>
            </a:r>
          </a:p>
        </p:txBody>
      </p:sp>
      <p:sp>
        <p:nvSpPr>
          <p:cNvPr id="14" name="TextBox 13">
            <a:extLst>
              <a:ext uri="{FF2B5EF4-FFF2-40B4-BE49-F238E27FC236}">
                <a16:creationId xmlns:a16="http://schemas.microsoft.com/office/drawing/2014/main" id="{E725B0FA-3F1C-ABF8-3798-189B47496238}"/>
              </a:ext>
            </a:extLst>
          </p:cNvPr>
          <p:cNvSpPr txBox="1"/>
          <p:nvPr userDrawn="1"/>
        </p:nvSpPr>
        <p:spPr>
          <a:xfrm>
            <a:off x="11565988" y="6591122"/>
            <a:ext cx="363253" cy="169277"/>
          </a:xfrm>
          <a:prstGeom prst="rect">
            <a:avLst/>
          </a:prstGeom>
          <a:noFill/>
        </p:spPr>
        <p:txBody>
          <a:bodyPr wrap="square" lIns="0" tIns="0" rIns="0" bIns="0" rtlCol="0" anchor="b" anchorCtr="0">
            <a:spAutoFit/>
          </a:bodyPr>
          <a:lstStyle/>
          <a:p>
            <a:pPr algn="r"/>
            <a:fld id="{D0807A39-E1A1-D742-90F2-296DE3679287}" type="slidenum">
              <a:rPr lang="en-US" sz="1100" b="0" smtClean="0">
                <a:solidFill>
                  <a:schemeClr val="tx1"/>
                </a:solidFill>
                <a:latin typeface="Helvetica" pitchFamily="2" charset="0"/>
              </a:rPr>
              <a:pPr algn="r"/>
              <a:t>‹#›</a:t>
            </a:fld>
            <a:endParaRPr lang="en-US" sz="1100" b="0">
              <a:solidFill>
                <a:schemeClr val="tx1"/>
              </a:solidFill>
              <a:latin typeface="Helvetica" pitchFamily="2" charset="0"/>
            </a:endParaRPr>
          </a:p>
        </p:txBody>
      </p:sp>
      <p:sp>
        <p:nvSpPr>
          <p:cNvPr id="2" name="Title 12">
            <a:extLst>
              <a:ext uri="{FF2B5EF4-FFF2-40B4-BE49-F238E27FC236}">
                <a16:creationId xmlns:a16="http://schemas.microsoft.com/office/drawing/2014/main" id="{6F8C1229-DAF8-C974-031D-C3D3F74233D6}"/>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latin typeface="Helvetica" pitchFamily="2" charset="0"/>
              </a:defRPr>
            </a:lvl1pPr>
          </a:lstStyle>
          <a:p>
            <a:pPr lvl="0"/>
            <a:r>
              <a:rPr lang="en-US"/>
              <a:t>Click to edit Master title style</a:t>
            </a:r>
          </a:p>
        </p:txBody>
      </p:sp>
    </p:spTree>
    <p:extLst>
      <p:ext uri="{BB962C8B-B14F-4D97-AF65-F5344CB8AC3E}">
        <p14:creationId xmlns:p14="http://schemas.microsoft.com/office/powerpoint/2010/main" val="2210779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ur Text Boxes">
    <p:bg>
      <p:bgPr>
        <a:solidFill>
          <a:schemeClr val="bg1"/>
        </a:solidFill>
        <a:effectLst/>
      </p:bgPr>
    </p:bg>
    <p:spTree>
      <p:nvGrpSpPr>
        <p:cNvPr id="1" name=""/>
        <p:cNvGrpSpPr/>
        <p:nvPr/>
      </p:nvGrpSpPr>
      <p:grpSpPr>
        <a:xfrm>
          <a:off x="0" y="0"/>
          <a:ext cx="0" cy="0"/>
          <a:chOff x="0" y="0"/>
          <a:chExt cx="0" cy="0"/>
        </a:xfrm>
      </p:grpSpPr>
      <p:sp>
        <p:nvSpPr>
          <p:cNvPr id="24" name="Text Placeholder 3"/>
          <p:cNvSpPr>
            <a:spLocks noGrp="1"/>
          </p:cNvSpPr>
          <p:nvPr>
            <p:ph type="body" sz="quarter" idx="23" hasCustomPrompt="1"/>
          </p:nvPr>
        </p:nvSpPr>
        <p:spPr>
          <a:xfrm>
            <a:off x="711200" y="1600200"/>
            <a:ext cx="10871200" cy="1016000"/>
          </a:xfrm>
          <a:prstGeom prst="rect">
            <a:avLst/>
          </a:prstGeom>
        </p:spPr>
        <p:txBody>
          <a:bodyPr lIns="0" tIns="0" rIns="0" bIns="0"/>
          <a:lstStyle>
            <a:lvl1pPr marL="0" indent="0" algn="ctr">
              <a:buNone/>
              <a:defRPr sz="1600" baseline="0">
                <a:solidFill>
                  <a:schemeClr val="tx1"/>
                </a:solidFill>
                <a:latin typeface="Helvetica" pitchFamily="2" charset="0"/>
              </a:defRPr>
            </a:lvl1pPr>
          </a:lstStyle>
          <a:p>
            <a:pPr lvl="0"/>
            <a:r>
              <a:rPr lang="en-US"/>
              <a:t>Edit Text</a:t>
            </a:r>
          </a:p>
        </p:txBody>
      </p:sp>
      <p:sp>
        <p:nvSpPr>
          <p:cNvPr id="14" name="Text Placeholder 3"/>
          <p:cNvSpPr>
            <a:spLocks noGrp="1"/>
          </p:cNvSpPr>
          <p:nvPr>
            <p:ph type="body" sz="quarter" idx="24" hasCustomPrompt="1"/>
          </p:nvPr>
        </p:nvSpPr>
        <p:spPr>
          <a:xfrm>
            <a:off x="711200" y="4648200"/>
            <a:ext cx="3149600" cy="1219200"/>
          </a:xfrm>
          <a:prstGeom prst="rect">
            <a:avLst/>
          </a:prstGeom>
        </p:spPr>
        <p:txBody>
          <a:bodyPr lIns="0" tIns="0" rIns="0" bIns="0"/>
          <a:lstStyle>
            <a:lvl1pPr marL="0" indent="0" algn="ctr">
              <a:buNone/>
              <a:defRPr sz="1600" baseline="0">
                <a:solidFill>
                  <a:schemeClr val="tx1"/>
                </a:solidFill>
                <a:latin typeface="Helvetica" pitchFamily="2" charset="0"/>
              </a:defRPr>
            </a:lvl1pPr>
          </a:lstStyle>
          <a:p>
            <a:pPr lvl="0"/>
            <a:r>
              <a:rPr lang="en-US"/>
              <a:t>Edit Text</a:t>
            </a:r>
          </a:p>
        </p:txBody>
      </p:sp>
      <p:sp>
        <p:nvSpPr>
          <p:cNvPr id="15" name="Text Placeholder 3"/>
          <p:cNvSpPr>
            <a:spLocks noGrp="1"/>
          </p:cNvSpPr>
          <p:nvPr>
            <p:ph type="body" sz="quarter" idx="25" hasCustomPrompt="1"/>
          </p:nvPr>
        </p:nvSpPr>
        <p:spPr>
          <a:xfrm>
            <a:off x="4572000" y="4648200"/>
            <a:ext cx="3149600" cy="1219200"/>
          </a:xfrm>
          <a:prstGeom prst="rect">
            <a:avLst/>
          </a:prstGeom>
        </p:spPr>
        <p:txBody>
          <a:bodyPr lIns="0" tIns="0" rIns="0" bIns="0"/>
          <a:lstStyle>
            <a:lvl1pPr marL="0" indent="0" algn="ctr">
              <a:buNone/>
              <a:defRPr sz="1600" baseline="0">
                <a:solidFill>
                  <a:schemeClr val="tx1"/>
                </a:solidFill>
                <a:latin typeface="Helvetica" pitchFamily="2" charset="0"/>
              </a:defRPr>
            </a:lvl1pPr>
          </a:lstStyle>
          <a:p>
            <a:pPr lvl="0"/>
            <a:r>
              <a:rPr lang="en-US"/>
              <a:t>Edit Text</a:t>
            </a:r>
          </a:p>
        </p:txBody>
      </p:sp>
      <p:sp>
        <p:nvSpPr>
          <p:cNvPr id="17" name="Text Placeholder 3"/>
          <p:cNvSpPr>
            <a:spLocks noGrp="1"/>
          </p:cNvSpPr>
          <p:nvPr>
            <p:ph type="body" sz="quarter" idx="26" hasCustomPrompt="1"/>
          </p:nvPr>
        </p:nvSpPr>
        <p:spPr>
          <a:xfrm>
            <a:off x="8432800" y="4648200"/>
            <a:ext cx="3149600" cy="1219200"/>
          </a:xfrm>
          <a:prstGeom prst="rect">
            <a:avLst/>
          </a:prstGeom>
        </p:spPr>
        <p:txBody>
          <a:bodyPr lIns="0" tIns="0" rIns="0" bIns="0"/>
          <a:lstStyle>
            <a:lvl1pPr marL="0" indent="0" algn="ctr">
              <a:buNone/>
              <a:defRPr sz="1600" baseline="0">
                <a:solidFill>
                  <a:schemeClr val="tx1"/>
                </a:solidFill>
                <a:latin typeface="Helvetica" pitchFamily="2" charset="0"/>
              </a:defRPr>
            </a:lvl1pPr>
          </a:lstStyle>
          <a:p>
            <a:pPr lvl="0"/>
            <a:r>
              <a:rPr lang="en-US"/>
              <a:t>Edit Text</a:t>
            </a:r>
          </a:p>
        </p:txBody>
      </p:sp>
      <p:grpSp>
        <p:nvGrpSpPr>
          <p:cNvPr id="8" name="Group 7">
            <a:extLst>
              <a:ext uri="{FF2B5EF4-FFF2-40B4-BE49-F238E27FC236}">
                <a16:creationId xmlns:a16="http://schemas.microsoft.com/office/drawing/2014/main" id="{71B7814B-50B6-3CFD-5E72-2074D940D26F}"/>
              </a:ext>
            </a:extLst>
          </p:cNvPr>
          <p:cNvGrpSpPr/>
          <p:nvPr userDrawn="1"/>
        </p:nvGrpSpPr>
        <p:grpSpPr>
          <a:xfrm>
            <a:off x="0" y="0"/>
            <a:ext cx="206477" cy="6908801"/>
            <a:chOff x="0" y="0"/>
            <a:chExt cx="206477" cy="6908801"/>
          </a:xfrm>
        </p:grpSpPr>
        <p:sp>
          <p:nvSpPr>
            <p:cNvPr id="9" name="AutoShape 3">
              <a:extLst>
                <a:ext uri="{FF2B5EF4-FFF2-40B4-BE49-F238E27FC236}">
                  <a16:creationId xmlns:a16="http://schemas.microsoft.com/office/drawing/2014/main" id="{5529DF1F-13D6-EC04-63B1-1A6AC9C63126}"/>
                </a:ext>
              </a:extLst>
            </p:cNvPr>
            <p:cNvSpPr/>
            <p:nvPr userDrawn="1"/>
          </p:nvSpPr>
          <p:spPr>
            <a:xfrm flipH="1">
              <a:off x="0" y="0"/>
              <a:ext cx="206477" cy="6858000"/>
            </a:xfrm>
            <a:prstGeom prst="rect">
              <a:avLst/>
            </a:prstGeom>
            <a:solidFill>
              <a:schemeClr val="accent2"/>
            </a:solidFill>
          </p:spPr>
          <p:txBody>
            <a:bodyPr/>
            <a:lstStyle/>
            <a:p>
              <a:endParaRPr lang="en-US">
                <a:latin typeface="Helvetica" pitchFamily="2" charset="0"/>
              </a:endParaRPr>
            </a:p>
          </p:txBody>
        </p:sp>
        <p:sp>
          <p:nvSpPr>
            <p:cNvPr id="10" name="AutoShape 3">
              <a:extLst>
                <a:ext uri="{FF2B5EF4-FFF2-40B4-BE49-F238E27FC236}">
                  <a16:creationId xmlns:a16="http://schemas.microsoft.com/office/drawing/2014/main" id="{6B36DBDD-C8CD-EB0C-BB85-230B80CE2954}"/>
                </a:ext>
              </a:extLst>
            </p:cNvPr>
            <p:cNvSpPr/>
            <p:nvPr userDrawn="1"/>
          </p:nvSpPr>
          <p:spPr>
            <a:xfrm>
              <a:off x="0" y="0"/>
              <a:ext cx="45720" cy="6908801"/>
            </a:xfrm>
            <a:prstGeom prst="rect">
              <a:avLst/>
            </a:prstGeom>
            <a:solidFill>
              <a:schemeClr val="bg2"/>
            </a:solidFill>
          </p:spPr>
          <p:txBody>
            <a:bodyPr/>
            <a:lstStyle/>
            <a:p>
              <a:endParaRPr lang="en-US">
                <a:latin typeface="Helvetica" pitchFamily="2" charset="0"/>
              </a:endParaRPr>
            </a:p>
          </p:txBody>
        </p:sp>
      </p:grpSp>
      <p:sp>
        <p:nvSpPr>
          <p:cNvPr id="11" name="Freeform 10">
            <a:extLst>
              <a:ext uri="{FF2B5EF4-FFF2-40B4-BE49-F238E27FC236}">
                <a16:creationId xmlns:a16="http://schemas.microsoft.com/office/drawing/2014/main" id="{B2F87D6A-B9F2-EF94-375D-4EF8B2B3CFEA}"/>
              </a:ext>
            </a:extLst>
          </p:cNvPr>
          <p:cNvSpPr/>
          <p:nvPr userDrawn="1"/>
        </p:nvSpPr>
        <p:spPr>
          <a:xfrm>
            <a:off x="403335" y="6570528"/>
            <a:ext cx="1372133" cy="189871"/>
          </a:xfrm>
          <a:custGeom>
            <a:avLst/>
            <a:gdLst/>
            <a:ahLst/>
            <a:cxnLst/>
            <a:rect l="l" t="t" r="r" b="b"/>
            <a:pathLst>
              <a:path w="2910083" h="402687">
                <a:moveTo>
                  <a:pt x="0" y="0"/>
                </a:moveTo>
                <a:lnTo>
                  <a:pt x="2910083" y="0"/>
                </a:lnTo>
                <a:lnTo>
                  <a:pt x="2910083" y="402687"/>
                </a:lnTo>
                <a:lnTo>
                  <a:pt x="0" y="4026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solidFill>
                <a:schemeClr val="tx1"/>
              </a:solidFill>
              <a:latin typeface="Helvetica" pitchFamily="2" charset="0"/>
            </a:endParaRPr>
          </a:p>
        </p:txBody>
      </p:sp>
      <p:sp>
        <p:nvSpPr>
          <p:cNvPr id="13" name="Text Placeholder 3">
            <a:extLst>
              <a:ext uri="{FF2B5EF4-FFF2-40B4-BE49-F238E27FC236}">
                <a16:creationId xmlns:a16="http://schemas.microsoft.com/office/drawing/2014/main" id="{32555D5F-F6A2-F193-36C9-A8B82C4A5B1E}"/>
              </a:ext>
            </a:extLst>
          </p:cNvPr>
          <p:cNvSpPr>
            <a:spLocks noGrp="1"/>
          </p:cNvSpPr>
          <p:nvPr>
            <p:ph type="body" sz="quarter" idx="14"/>
          </p:nvPr>
        </p:nvSpPr>
        <p:spPr>
          <a:xfrm>
            <a:off x="403335" y="974774"/>
            <a:ext cx="11525906" cy="278538"/>
          </a:xfrm>
          <a:prstGeom prst="rect">
            <a:avLst/>
          </a:prstGeom>
        </p:spPr>
        <p:txBody>
          <a:bodyPr vert="horz" wrap="square" lIns="0" tIns="0" rIns="0" bIns="0" rtlCol="0">
            <a:spAutoFit/>
          </a:bodyPr>
          <a:lstStyle>
            <a:lvl1pPr marL="0" indent="0">
              <a:buNone/>
              <a:defRPr lang="en-US" sz="2000" dirty="0">
                <a:solidFill>
                  <a:schemeClr val="accent1"/>
                </a:solidFill>
                <a:latin typeface="Helvetica" pitchFamily="2" charset="0"/>
              </a:defRPr>
            </a:lvl1pPr>
          </a:lstStyle>
          <a:p>
            <a:pPr marL="174621" lvl="0" indent="-174621"/>
            <a:r>
              <a:rPr lang="en-US"/>
              <a:t>Click to edit Master text styles</a:t>
            </a:r>
          </a:p>
        </p:txBody>
      </p:sp>
      <p:sp>
        <p:nvSpPr>
          <p:cNvPr id="16" name="TextBox 15">
            <a:extLst>
              <a:ext uri="{FF2B5EF4-FFF2-40B4-BE49-F238E27FC236}">
                <a16:creationId xmlns:a16="http://schemas.microsoft.com/office/drawing/2014/main" id="{45954988-D2C4-6D5C-E6ED-B94470C38A0C}"/>
              </a:ext>
            </a:extLst>
          </p:cNvPr>
          <p:cNvSpPr txBox="1"/>
          <p:nvPr userDrawn="1"/>
        </p:nvSpPr>
        <p:spPr>
          <a:xfrm>
            <a:off x="11565988" y="6591122"/>
            <a:ext cx="363253" cy="169277"/>
          </a:xfrm>
          <a:prstGeom prst="rect">
            <a:avLst/>
          </a:prstGeom>
          <a:noFill/>
        </p:spPr>
        <p:txBody>
          <a:bodyPr wrap="square" lIns="0" tIns="0" rIns="0" bIns="0" rtlCol="0" anchor="b" anchorCtr="0">
            <a:spAutoFit/>
          </a:bodyPr>
          <a:lstStyle/>
          <a:p>
            <a:pPr algn="r"/>
            <a:fld id="{D0807A39-E1A1-D742-90F2-296DE3679287}" type="slidenum">
              <a:rPr lang="en-US" sz="1100" b="0" smtClean="0">
                <a:solidFill>
                  <a:schemeClr val="tx1"/>
                </a:solidFill>
                <a:latin typeface="Helvetica" pitchFamily="2" charset="0"/>
              </a:rPr>
              <a:pPr algn="r"/>
              <a:t>‹#›</a:t>
            </a:fld>
            <a:endParaRPr lang="en-US" sz="1100" b="0">
              <a:solidFill>
                <a:schemeClr val="tx1"/>
              </a:solidFill>
              <a:latin typeface="Helvetica" pitchFamily="2" charset="0"/>
            </a:endParaRPr>
          </a:p>
        </p:txBody>
      </p:sp>
      <p:sp>
        <p:nvSpPr>
          <p:cNvPr id="2" name="Title 12">
            <a:extLst>
              <a:ext uri="{FF2B5EF4-FFF2-40B4-BE49-F238E27FC236}">
                <a16:creationId xmlns:a16="http://schemas.microsoft.com/office/drawing/2014/main" id="{8ECE4A89-A3DB-2E24-DE47-B9DBD7605845}"/>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latin typeface="Helvetica" pitchFamily="2" charset="0"/>
              </a:defRPr>
            </a:lvl1pPr>
          </a:lstStyle>
          <a:p>
            <a:pPr lvl="0"/>
            <a:r>
              <a:rPr lang="en-US"/>
              <a:t>Click to edit Master title style</a:t>
            </a:r>
          </a:p>
        </p:txBody>
      </p:sp>
    </p:spTree>
    <p:extLst>
      <p:ext uri="{BB962C8B-B14F-4D97-AF65-F5344CB8AC3E}">
        <p14:creationId xmlns:p14="http://schemas.microsoft.com/office/powerpoint/2010/main" val="42671976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s">
    <p:bg>
      <p:bgPr>
        <a:solidFill>
          <a:schemeClr val="bg1"/>
        </a:solidFill>
        <a:effectLst/>
      </p:bgPr>
    </p:bg>
    <p:spTree>
      <p:nvGrpSpPr>
        <p:cNvPr id="1" name=""/>
        <p:cNvGrpSpPr/>
        <p:nvPr/>
      </p:nvGrpSpPr>
      <p:grpSpPr>
        <a:xfrm>
          <a:off x="0" y="0"/>
          <a:ext cx="0" cy="0"/>
          <a:chOff x="0" y="0"/>
          <a:chExt cx="0" cy="0"/>
        </a:xfrm>
      </p:grpSpPr>
      <p:sp>
        <p:nvSpPr>
          <p:cNvPr id="21" name="Text Placeholder 20">
            <a:extLst>
              <a:ext uri="{FF2B5EF4-FFF2-40B4-BE49-F238E27FC236}">
                <a16:creationId xmlns:a16="http://schemas.microsoft.com/office/drawing/2014/main" id="{DFAF551B-9101-7CE0-8491-81B47AED49E8}"/>
              </a:ext>
            </a:extLst>
          </p:cNvPr>
          <p:cNvSpPr>
            <a:spLocks noGrp="1"/>
          </p:cNvSpPr>
          <p:nvPr>
            <p:ph type="body" sz="quarter" idx="16"/>
          </p:nvPr>
        </p:nvSpPr>
        <p:spPr>
          <a:xfrm>
            <a:off x="4394908" y="2524927"/>
            <a:ext cx="3236260" cy="3017837"/>
          </a:xfrm>
          <a:prstGeom prst="rect">
            <a:avLst/>
          </a:prstGeom>
        </p:spPr>
        <p:txBody>
          <a:bodyPr lIns="0" tIns="0" rIns="0" bIns="0">
            <a:normAutofit/>
          </a:bodyPr>
          <a:lstStyle>
            <a:lvl1pPr marL="0" indent="0">
              <a:buFontTx/>
              <a:buNone/>
              <a:defRPr sz="1400" spc="38" baseline="0">
                <a:solidFill>
                  <a:schemeClr val="tx1"/>
                </a:solidFill>
                <a:latin typeface="Arial" panose="020B0604020202020204" pitchFamily="34" charset="0"/>
                <a:cs typeface="Arial" panose="020B0604020202020204" pitchFamily="34" charset="0"/>
              </a:defRPr>
            </a:lvl1pPr>
            <a:lvl2pPr marL="342866" indent="0">
              <a:buFontTx/>
              <a:buNone/>
              <a:defRPr/>
            </a:lvl2pPr>
            <a:lvl3pPr marL="685732" indent="0">
              <a:buFontTx/>
              <a:buNone/>
              <a:defRPr/>
            </a:lvl3pPr>
            <a:lvl4pPr marL="1028598" indent="0">
              <a:buFontTx/>
              <a:buNone/>
              <a:defRPr/>
            </a:lvl4pPr>
            <a:lvl5pPr marL="1371464" indent="0">
              <a:buFontTx/>
              <a:buNone/>
              <a:defRPr/>
            </a:lvl5pPr>
          </a:lstStyle>
          <a:p>
            <a:pPr lvl="0"/>
            <a:r>
              <a:rPr lang="en-US"/>
              <a:t>Click to edit Master text styles</a:t>
            </a:r>
          </a:p>
        </p:txBody>
      </p:sp>
      <p:sp>
        <p:nvSpPr>
          <p:cNvPr id="22" name="Text Placeholder 20">
            <a:extLst>
              <a:ext uri="{FF2B5EF4-FFF2-40B4-BE49-F238E27FC236}">
                <a16:creationId xmlns:a16="http://schemas.microsoft.com/office/drawing/2014/main" id="{C60C335D-5434-BD40-C802-A1BD3FC28EFE}"/>
              </a:ext>
            </a:extLst>
          </p:cNvPr>
          <p:cNvSpPr>
            <a:spLocks noGrp="1"/>
          </p:cNvSpPr>
          <p:nvPr>
            <p:ph type="body" sz="quarter" idx="17"/>
          </p:nvPr>
        </p:nvSpPr>
        <p:spPr>
          <a:xfrm>
            <a:off x="8395010" y="2524928"/>
            <a:ext cx="3236260" cy="3006673"/>
          </a:xfrm>
          <a:prstGeom prst="rect">
            <a:avLst/>
          </a:prstGeom>
        </p:spPr>
        <p:txBody>
          <a:bodyPr lIns="0" tIns="0" rIns="0" bIns="0">
            <a:normAutofit/>
          </a:bodyPr>
          <a:lstStyle>
            <a:lvl1pPr marL="0" indent="0">
              <a:buFontTx/>
              <a:buNone/>
              <a:defRPr sz="1400" spc="38" baseline="0">
                <a:solidFill>
                  <a:schemeClr val="tx1"/>
                </a:solidFill>
                <a:latin typeface="Arial" panose="020B0604020202020204" pitchFamily="34" charset="0"/>
                <a:cs typeface="Arial" panose="020B0604020202020204" pitchFamily="34" charset="0"/>
              </a:defRPr>
            </a:lvl1pPr>
            <a:lvl2pPr marL="342866" indent="0">
              <a:buFontTx/>
              <a:buNone/>
              <a:defRPr/>
            </a:lvl2pPr>
            <a:lvl3pPr marL="685732" indent="0">
              <a:buFontTx/>
              <a:buNone/>
              <a:defRPr/>
            </a:lvl3pPr>
            <a:lvl4pPr marL="1028598" indent="0">
              <a:buFontTx/>
              <a:buNone/>
              <a:defRPr/>
            </a:lvl4pPr>
            <a:lvl5pPr marL="1371464" indent="0">
              <a:buFontTx/>
              <a:buNone/>
              <a:defRPr/>
            </a:lvl5pPr>
          </a:lstStyle>
          <a:p>
            <a:pPr lvl="0"/>
            <a:r>
              <a:rPr lang="en-US"/>
              <a:t>Click to edit Master text styles</a:t>
            </a:r>
          </a:p>
        </p:txBody>
      </p:sp>
      <p:sp>
        <p:nvSpPr>
          <p:cNvPr id="23" name="Text Placeholder 20">
            <a:extLst>
              <a:ext uri="{FF2B5EF4-FFF2-40B4-BE49-F238E27FC236}">
                <a16:creationId xmlns:a16="http://schemas.microsoft.com/office/drawing/2014/main" id="{3BB57934-6F65-6AF7-87A3-A4C28C43E9BE}"/>
              </a:ext>
            </a:extLst>
          </p:cNvPr>
          <p:cNvSpPr>
            <a:spLocks noGrp="1"/>
          </p:cNvSpPr>
          <p:nvPr>
            <p:ph type="body" sz="quarter" idx="18"/>
          </p:nvPr>
        </p:nvSpPr>
        <p:spPr>
          <a:xfrm>
            <a:off x="403334" y="2513753"/>
            <a:ext cx="3416311" cy="3017838"/>
          </a:xfrm>
          <a:prstGeom prst="rect">
            <a:avLst/>
          </a:prstGeom>
        </p:spPr>
        <p:txBody>
          <a:bodyPr lIns="0" tIns="0" rIns="0" bIns="0">
            <a:normAutofit/>
          </a:bodyPr>
          <a:lstStyle>
            <a:lvl1pPr marL="0" indent="0">
              <a:buFontTx/>
              <a:buNone/>
              <a:defRPr sz="1400" spc="38" baseline="0">
                <a:solidFill>
                  <a:schemeClr val="tx1"/>
                </a:solidFill>
                <a:latin typeface="Arial" panose="020B0604020202020204" pitchFamily="34" charset="0"/>
                <a:cs typeface="Arial" panose="020B0604020202020204" pitchFamily="34" charset="0"/>
              </a:defRPr>
            </a:lvl1pPr>
            <a:lvl2pPr marL="342866" indent="0">
              <a:buFontTx/>
              <a:buNone/>
              <a:defRPr/>
            </a:lvl2pPr>
            <a:lvl3pPr marL="685732" indent="0">
              <a:buFontTx/>
              <a:buNone/>
              <a:defRPr/>
            </a:lvl3pPr>
            <a:lvl4pPr marL="1028598" indent="0">
              <a:buFontTx/>
              <a:buNone/>
              <a:defRPr/>
            </a:lvl4pPr>
            <a:lvl5pPr marL="1371464" indent="0">
              <a:buFontTx/>
              <a:buNone/>
              <a:defRPr/>
            </a:lvl5pPr>
          </a:lstStyle>
          <a:p>
            <a:pPr lvl="0"/>
            <a:r>
              <a:rPr lang="en-US"/>
              <a:t>Click to edit Master text styles</a:t>
            </a:r>
          </a:p>
        </p:txBody>
      </p:sp>
      <p:grpSp>
        <p:nvGrpSpPr>
          <p:cNvPr id="29" name="Group 28">
            <a:extLst>
              <a:ext uri="{FF2B5EF4-FFF2-40B4-BE49-F238E27FC236}">
                <a16:creationId xmlns:a16="http://schemas.microsoft.com/office/drawing/2014/main" id="{54F228F6-0172-68B3-3C19-EB3583190CE1}"/>
              </a:ext>
            </a:extLst>
          </p:cNvPr>
          <p:cNvGrpSpPr/>
          <p:nvPr userDrawn="1"/>
        </p:nvGrpSpPr>
        <p:grpSpPr>
          <a:xfrm>
            <a:off x="0" y="0"/>
            <a:ext cx="206477" cy="6908801"/>
            <a:chOff x="0" y="0"/>
            <a:chExt cx="206477" cy="6908801"/>
          </a:xfrm>
        </p:grpSpPr>
        <p:sp>
          <p:nvSpPr>
            <p:cNvPr id="30" name="AutoShape 3">
              <a:extLst>
                <a:ext uri="{FF2B5EF4-FFF2-40B4-BE49-F238E27FC236}">
                  <a16:creationId xmlns:a16="http://schemas.microsoft.com/office/drawing/2014/main" id="{6EB6379D-013F-5978-45B0-6DC0FADBC2B0}"/>
                </a:ext>
              </a:extLst>
            </p:cNvPr>
            <p:cNvSpPr/>
            <p:nvPr userDrawn="1"/>
          </p:nvSpPr>
          <p:spPr>
            <a:xfrm flipH="1">
              <a:off x="0" y="0"/>
              <a:ext cx="206477" cy="6858000"/>
            </a:xfrm>
            <a:prstGeom prst="rect">
              <a:avLst/>
            </a:prstGeom>
            <a:solidFill>
              <a:schemeClr val="accent2"/>
            </a:solidFill>
          </p:spPr>
          <p:txBody>
            <a:bodyPr/>
            <a:lstStyle/>
            <a:p>
              <a:endParaRPr lang="en-US"/>
            </a:p>
          </p:txBody>
        </p:sp>
        <p:sp>
          <p:nvSpPr>
            <p:cNvPr id="31" name="AutoShape 3">
              <a:extLst>
                <a:ext uri="{FF2B5EF4-FFF2-40B4-BE49-F238E27FC236}">
                  <a16:creationId xmlns:a16="http://schemas.microsoft.com/office/drawing/2014/main" id="{09BB7F7A-175F-A037-8DE8-1A83AB9AEFCB}"/>
                </a:ext>
              </a:extLst>
            </p:cNvPr>
            <p:cNvSpPr/>
            <p:nvPr userDrawn="1"/>
          </p:nvSpPr>
          <p:spPr>
            <a:xfrm>
              <a:off x="0" y="0"/>
              <a:ext cx="45720" cy="6908801"/>
            </a:xfrm>
            <a:prstGeom prst="rect">
              <a:avLst/>
            </a:prstGeom>
            <a:solidFill>
              <a:schemeClr val="bg2"/>
            </a:solidFill>
          </p:spPr>
          <p:txBody>
            <a:bodyPr/>
            <a:lstStyle/>
            <a:p>
              <a:endParaRPr lang="en-US"/>
            </a:p>
          </p:txBody>
        </p:sp>
      </p:grpSp>
      <p:sp>
        <p:nvSpPr>
          <p:cNvPr id="34" name="Text Placeholder 3">
            <a:extLst>
              <a:ext uri="{FF2B5EF4-FFF2-40B4-BE49-F238E27FC236}">
                <a16:creationId xmlns:a16="http://schemas.microsoft.com/office/drawing/2014/main" id="{C04494D0-549E-038D-54E8-6B6C6CD7A242}"/>
              </a:ext>
            </a:extLst>
          </p:cNvPr>
          <p:cNvSpPr>
            <a:spLocks noGrp="1"/>
          </p:cNvSpPr>
          <p:nvPr>
            <p:ph type="body" sz="quarter" idx="14"/>
          </p:nvPr>
        </p:nvSpPr>
        <p:spPr>
          <a:xfrm>
            <a:off x="403335" y="974774"/>
            <a:ext cx="11525906" cy="278538"/>
          </a:xfrm>
          <a:prstGeom prst="rect">
            <a:avLst/>
          </a:prstGeom>
        </p:spPr>
        <p:txBody>
          <a:bodyPr vert="horz" wrap="square" lIns="0" tIns="0" rIns="0" bIns="0" rtlCol="0">
            <a:spAutoFit/>
          </a:bodyPr>
          <a:lstStyle>
            <a:lvl1pPr marL="0" indent="0">
              <a:buNone/>
              <a:defRPr lang="en-US" sz="2000" dirty="0">
                <a:solidFill>
                  <a:schemeClr val="accent1"/>
                </a:solidFill>
              </a:defRPr>
            </a:lvl1pPr>
          </a:lstStyle>
          <a:p>
            <a:pPr marL="174621" lvl="0" indent="-174621"/>
            <a:r>
              <a:rPr lang="en-US"/>
              <a:t>Click to edit Master text styles</a:t>
            </a:r>
          </a:p>
        </p:txBody>
      </p:sp>
      <p:sp>
        <p:nvSpPr>
          <p:cNvPr id="2" name="Title 12">
            <a:extLst>
              <a:ext uri="{FF2B5EF4-FFF2-40B4-BE49-F238E27FC236}">
                <a16:creationId xmlns:a16="http://schemas.microsoft.com/office/drawing/2014/main" id="{3856E26E-4293-54BE-E676-2E1FC79688E2}"/>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latin typeface="Helvetica" pitchFamily="2" charset="0"/>
              </a:defRPr>
            </a:lvl1pPr>
          </a:lstStyle>
          <a:p>
            <a:pPr lvl="0"/>
            <a:r>
              <a:rPr lang="en-US"/>
              <a:t>Click to edit Master title style</a:t>
            </a:r>
          </a:p>
        </p:txBody>
      </p:sp>
      <p:sp>
        <p:nvSpPr>
          <p:cNvPr id="3" name="TextBox 2">
            <a:extLst>
              <a:ext uri="{FF2B5EF4-FFF2-40B4-BE49-F238E27FC236}">
                <a16:creationId xmlns:a16="http://schemas.microsoft.com/office/drawing/2014/main" id="{22D146F0-2ADD-CBDB-63A8-0088A341C145}"/>
              </a:ext>
            </a:extLst>
          </p:cNvPr>
          <p:cNvSpPr txBox="1"/>
          <p:nvPr userDrawn="1"/>
        </p:nvSpPr>
        <p:spPr>
          <a:xfrm>
            <a:off x="9216152" y="72129"/>
            <a:ext cx="2531462" cy="215444"/>
          </a:xfrm>
          <a:prstGeom prst="rect">
            <a:avLst/>
          </a:prstGeom>
          <a:noFill/>
        </p:spPr>
        <p:txBody>
          <a:bodyPr wrap="none" rtlCol="0">
            <a:spAutoFit/>
          </a:bodyPr>
          <a:lstStyle/>
          <a:p>
            <a:r>
              <a:rPr lang="en-US" sz="800">
                <a:latin typeface="Arial" panose="020B0604020202020204" pitchFamily="34" charset="0"/>
                <a:cs typeface="Arial" panose="020B0604020202020204" pitchFamily="34" charset="0"/>
              </a:rPr>
              <a:t>TRADE SECRET AND STRICTLY CONFIDENTIAL</a:t>
            </a:r>
          </a:p>
        </p:txBody>
      </p:sp>
    </p:spTree>
    <p:extLst>
      <p:ext uri="{BB962C8B-B14F-4D97-AF65-F5344CB8AC3E}">
        <p14:creationId xmlns:p14="http://schemas.microsoft.com/office/powerpoint/2010/main" val="1263998660"/>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EB3D31-85C2-8A65-A720-DAEEE85613DB}"/>
              </a:ext>
            </a:extLst>
          </p:cNvPr>
          <p:cNvSpPr>
            <a:spLocks noGrp="1"/>
          </p:cNvSpPr>
          <p:nvPr>
            <p:ph idx="1"/>
          </p:nvPr>
        </p:nvSpPr>
        <p:spPr>
          <a:xfrm>
            <a:off x="403335" y="1439333"/>
            <a:ext cx="11525906" cy="4702130"/>
          </a:xfrm>
        </p:spPr>
        <p:txBody>
          <a:bodyPr/>
          <a:lstStyle>
            <a:lvl1pPr marL="228600" indent="-228600">
              <a:buClr>
                <a:schemeClr val="accent1"/>
              </a:buClr>
              <a:buFont typeface="Wingdings" pitchFamily="2" charset="2"/>
              <a:buChar char="§"/>
              <a:defRPr>
                <a:solidFill>
                  <a:schemeClr val="tx1"/>
                </a:solidFill>
              </a:defRPr>
            </a:lvl1pPr>
            <a:lvl2pPr marL="635000" indent="-349250">
              <a:buClr>
                <a:schemeClr val="tx2"/>
              </a:buClr>
              <a:buFont typeface="System Font Regular"/>
              <a:buChar char="—"/>
              <a:tabLst/>
              <a:defRPr>
                <a:solidFill>
                  <a:schemeClr val="tx1"/>
                </a:solidFill>
              </a:defRPr>
            </a:lvl2pPr>
            <a:lvl3pPr marL="858838" indent="-161925">
              <a:buClr>
                <a:schemeClr val="tx1"/>
              </a:buClr>
              <a:buFont typeface="Arial" panose="020B0604020202020204" pitchFamily="34" charset="0"/>
              <a:buChar char="•"/>
              <a:tabLst/>
              <a:defRPr>
                <a:solidFill>
                  <a:schemeClr val="tx1"/>
                </a:solidFill>
              </a:defRPr>
            </a:lvl3pPr>
            <a:lvl4pPr marL="1206500" indent="-285750">
              <a:buClr>
                <a:schemeClr val="tx2"/>
              </a:buClr>
              <a:buFont typeface="System Font Regular"/>
              <a:buChar char="—"/>
              <a:tabLst/>
              <a:defRPr>
                <a:solidFill>
                  <a:schemeClr val="tx1"/>
                </a:solidFill>
              </a:defRPr>
            </a:lvl4pPr>
            <a:lvl5pPr marL="1381125" indent="-174625">
              <a:buClr>
                <a:schemeClr val="tx1"/>
              </a:buClr>
              <a:buFont typeface="Wingdings" pitchFamily="2" charset="2"/>
              <a:buChar char="§"/>
              <a:tabLst/>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5" name="Group 14">
            <a:extLst>
              <a:ext uri="{FF2B5EF4-FFF2-40B4-BE49-F238E27FC236}">
                <a16:creationId xmlns:a16="http://schemas.microsoft.com/office/drawing/2014/main" id="{0207DA60-4D0B-51A2-85B0-464F87C5E514}"/>
              </a:ext>
            </a:extLst>
          </p:cNvPr>
          <p:cNvGrpSpPr/>
          <p:nvPr userDrawn="1"/>
        </p:nvGrpSpPr>
        <p:grpSpPr>
          <a:xfrm>
            <a:off x="0" y="0"/>
            <a:ext cx="206477" cy="6908801"/>
            <a:chOff x="0" y="0"/>
            <a:chExt cx="206477" cy="6908801"/>
          </a:xfrm>
        </p:grpSpPr>
        <p:sp>
          <p:nvSpPr>
            <p:cNvPr id="4" name="AutoShape 3">
              <a:extLst>
                <a:ext uri="{FF2B5EF4-FFF2-40B4-BE49-F238E27FC236}">
                  <a16:creationId xmlns:a16="http://schemas.microsoft.com/office/drawing/2014/main" id="{F0243310-A1A7-4405-FC1A-C04498525F8B}"/>
                </a:ext>
              </a:extLst>
            </p:cNvPr>
            <p:cNvSpPr/>
            <p:nvPr userDrawn="1"/>
          </p:nvSpPr>
          <p:spPr>
            <a:xfrm flipH="1">
              <a:off x="0" y="0"/>
              <a:ext cx="206477" cy="6858000"/>
            </a:xfrm>
            <a:prstGeom prst="rect">
              <a:avLst/>
            </a:prstGeom>
            <a:solidFill>
              <a:schemeClr val="accent2"/>
            </a:solidFill>
          </p:spPr>
          <p:txBody>
            <a:bodyPr/>
            <a:lstStyle/>
            <a:p>
              <a:endParaRPr lang="en-US"/>
            </a:p>
          </p:txBody>
        </p:sp>
        <p:sp>
          <p:nvSpPr>
            <p:cNvPr id="5" name="AutoShape 3">
              <a:extLst>
                <a:ext uri="{FF2B5EF4-FFF2-40B4-BE49-F238E27FC236}">
                  <a16:creationId xmlns:a16="http://schemas.microsoft.com/office/drawing/2014/main" id="{10866079-3FD9-7A24-6F41-F639293D111B}"/>
                </a:ext>
              </a:extLst>
            </p:cNvPr>
            <p:cNvSpPr/>
            <p:nvPr userDrawn="1"/>
          </p:nvSpPr>
          <p:spPr>
            <a:xfrm>
              <a:off x="0" y="0"/>
              <a:ext cx="45720" cy="6908801"/>
            </a:xfrm>
            <a:prstGeom prst="rect">
              <a:avLst/>
            </a:prstGeom>
            <a:solidFill>
              <a:schemeClr val="bg2"/>
            </a:solidFill>
          </p:spPr>
          <p:txBody>
            <a:bodyPr/>
            <a:lstStyle/>
            <a:p>
              <a:endParaRPr lang="en-US"/>
            </a:p>
          </p:txBody>
        </p:sp>
      </p:grpSp>
      <p:sp>
        <p:nvSpPr>
          <p:cNvPr id="20" name="Text Placeholder 3">
            <a:extLst>
              <a:ext uri="{FF2B5EF4-FFF2-40B4-BE49-F238E27FC236}">
                <a16:creationId xmlns:a16="http://schemas.microsoft.com/office/drawing/2014/main" id="{4624A7F1-01ED-790B-AFC2-7D870EB0F31F}"/>
              </a:ext>
            </a:extLst>
          </p:cNvPr>
          <p:cNvSpPr>
            <a:spLocks noGrp="1"/>
          </p:cNvSpPr>
          <p:nvPr>
            <p:ph type="body" sz="quarter" idx="14"/>
          </p:nvPr>
        </p:nvSpPr>
        <p:spPr>
          <a:xfrm>
            <a:off x="403335" y="974774"/>
            <a:ext cx="11525906" cy="278538"/>
          </a:xfrm>
          <a:prstGeom prst="rect">
            <a:avLst/>
          </a:prstGeom>
        </p:spPr>
        <p:txBody>
          <a:bodyPr vert="horz" wrap="square" lIns="0" tIns="0" rIns="0" bIns="0" rtlCol="0">
            <a:spAutoFit/>
          </a:bodyPr>
          <a:lstStyle>
            <a:lvl1pPr marL="0" indent="0">
              <a:buNone/>
              <a:defRPr lang="en-US" sz="2000" dirty="0">
                <a:solidFill>
                  <a:schemeClr val="accent1"/>
                </a:solidFill>
              </a:defRPr>
            </a:lvl1pPr>
          </a:lstStyle>
          <a:p>
            <a:pPr marL="174621" lvl="0" indent="-174621"/>
            <a:r>
              <a:rPr lang="en-US"/>
              <a:t>Click to edit Master text styles</a:t>
            </a:r>
          </a:p>
        </p:txBody>
      </p:sp>
      <p:sp>
        <p:nvSpPr>
          <p:cNvPr id="2" name="TextBox 1">
            <a:extLst>
              <a:ext uri="{FF2B5EF4-FFF2-40B4-BE49-F238E27FC236}">
                <a16:creationId xmlns:a16="http://schemas.microsoft.com/office/drawing/2014/main" id="{FB487594-5B5F-5713-88A1-F432ABF7805C}"/>
              </a:ext>
            </a:extLst>
          </p:cNvPr>
          <p:cNvSpPr txBox="1"/>
          <p:nvPr userDrawn="1"/>
        </p:nvSpPr>
        <p:spPr>
          <a:xfrm>
            <a:off x="9513742" y="72129"/>
            <a:ext cx="2531462" cy="215444"/>
          </a:xfrm>
          <a:prstGeom prst="rect">
            <a:avLst/>
          </a:prstGeom>
          <a:noFill/>
        </p:spPr>
        <p:txBody>
          <a:bodyPr wrap="none" rtlCol="0">
            <a:spAutoFit/>
          </a:bodyPr>
          <a:lstStyle/>
          <a:p>
            <a:r>
              <a:rPr lang="en-US" sz="800">
                <a:latin typeface="Arial" panose="020B0604020202020204" pitchFamily="34" charset="0"/>
                <a:cs typeface="Arial" panose="020B0604020202020204" pitchFamily="34" charset="0"/>
              </a:rPr>
              <a:t>TRADE SECRET AND STRICTLY CONFIDENTIAL</a:t>
            </a:r>
          </a:p>
        </p:txBody>
      </p:sp>
      <p:sp>
        <p:nvSpPr>
          <p:cNvPr id="6" name="Title 12">
            <a:extLst>
              <a:ext uri="{FF2B5EF4-FFF2-40B4-BE49-F238E27FC236}">
                <a16:creationId xmlns:a16="http://schemas.microsoft.com/office/drawing/2014/main" id="{5CED7646-F980-5346-186A-96FE7C5D3096}"/>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latin typeface="Helvetica" pitchFamily="2" charset="0"/>
              </a:defRPr>
            </a:lvl1pPr>
          </a:lstStyle>
          <a:p>
            <a:pPr lvl="0"/>
            <a:r>
              <a:rPr lang="en-US"/>
              <a:t>Click to edit Master title style</a:t>
            </a:r>
          </a:p>
        </p:txBody>
      </p:sp>
    </p:spTree>
    <p:extLst>
      <p:ext uri="{BB962C8B-B14F-4D97-AF65-F5344CB8AC3E}">
        <p14:creationId xmlns:p14="http://schemas.microsoft.com/office/powerpoint/2010/main" val="26851134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lank">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4FCCD94-FF40-E059-D1E7-776C90B54231}"/>
              </a:ext>
            </a:extLst>
          </p:cNvPr>
          <p:cNvGrpSpPr/>
          <p:nvPr userDrawn="1"/>
        </p:nvGrpSpPr>
        <p:grpSpPr>
          <a:xfrm>
            <a:off x="0" y="0"/>
            <a:ext cx="206477" cy="6908801"/>
            <a:chOff x="0" y="0"/>
            <a:chExt cx="206477" cy="6908801"/>
          </a:xfrm>
        </p:grpSpPr>
        <p:sp>
          <p:nvSpPr>
            <p:cNvPr id="3" name="AutoShape 3">
              <a:extLst>
                <a:ext uri="{FF2B5EF4-FFF2-40B4-BE49-F238E27FC236}">
                  <a16:creationId xmlns:a16="http://schemas.microsoft.com/office/drawing/2014/main" id="{FCB44A3A-0E90-1194-1EE7-210F43B3DF9F}"/>
                </a:ext>
              </a:extLst>
            </p:cNvPr>
            <p:cNvSpPr/>
            <p:nvPr userDrawn="1"/>
          </p:nvSpPr>
          <p:spPr>
            <a:xfrm flipH="1">
              <a:off x="0" y="0"/>
              <a:ext cx="206477" cy="6858000"/>
            </a:xfrm>
            <a:prstGeom prst="rect">
              <a:avLst/>
            </a:prstGeom>
            <a:solidFill>
              <a:schemeClr val="accent2"/>
            </a:solidFill>
          </p:spPr>
          <p:txBody>
            <a:bodyPr/>
            <a:lstStyle/>
            <a:p>
              <a:endParaRPr lang="en-US"/>
            </a:p>
          </p:txBody>
        </p:sp>
        <p:sp>
          <p:nvSpPr>
            <p:cNvPr id="4" name="AutoShape 3">
              <a:extLst>
                <a:ext uri="{FF2B5EF4-FFF2-40B4-BE49-F238E27FC236}">
                  <a16:creationId xmlns:a16="http://schemas.microsoft.com/office/drawing/2014/main" id="{8CB408F6-9DAE-AE3C-20F7-BA2F19DBB19C}"/>
                </a:ext>
              </a:extLst>
            </p:cNvPr>
            <p:cNvSpPr/>
            <p:nvPr userDrawn="1"/>
          </p:nvSpPr>
          <p:spPr>
            <a:xfrm>
              <a:off x="0" y="0"/>
              <a:ext cx="45720" cy="6908801"/>
            </a:xfrm>
            <a:prstGeom prst="rect">
              <a:avLst/>
            </a:prstGeom>
            <a:solidFill>
              <a:schemeClr val="bg2"/>
            </a:solidFill>
          </p:spPr>
          <p:txBody>
            <a:bodyPr/>
            <a:lstStyle/>
            <a:p>
              <a:endParaRPr lang="en-US"/>
            </a:p>
          </p:txBody>
        </p:sp>
      </p:grpSp>
      <p:sp>
        <p:nvSpPr>
          <p:cNvPr id="5" name="Title 12">
            <a:extLst>
              <a:ext uri="{FF2B5EF4-FFF2-40B4-BE49-F238E27FC236}">
                <a16:creationId xmlns:a16="http://schemas.microsoft.com/office/drawing/2014/main" id="{A48D4BE7-9816-35D0-31AA-7EC8D87306A3}"/>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latin typeface="Helvetica" pitchFamily="2" charset="0"/>
              </a:defRPr>
            </a:lvl1pPr>
          </a:lstStyle>
          <a:p>
            <a:pPr lvl="0"/>
            <a:r>
              <a:rPr lang="en-US"/>
              <a:t>Click to edit Master title style</a:t>
            </a:r>
          </a:p>
        </p:txBody>
      </p:sp>
    </p:spTree>
    <p:extLst>
      <p:ext uri="{BB962C8B-B14F-4D97-AF65-F5344CB8AC3E}">
        <p14:creationId xmlns:p14="http://schemas.microsoft.com/office/powerpoint/2010/main" val="3544430675"/>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harts">
    <p:spTree>
      <p:nvGrpSpPr>
        <p:cNvPr id="1" name=""/>
        <p:cNvGrpSpPr/>
        <p:nvPr/>
      </p:nvGrpSpPr>
      <p:grpSpPr>
        <a:xfrm>
          <a:off x="0" y="0"/>
          <a:ext cx="0" cy="0"/>
          <a:chOff x="0" y="0"/>
          <a:chExt cx="0" cy="0"/>
        </a:xfrm>
      </p:grpSpPr>
      <p:sp>
        <p:nvSpPr>
          <p:cNvPr id="11" name="Chart title 2">
            <a:extLst>
              <a:ext uri="{FF2B5EF4-FFF2-40B4-BE49-F238E27FC236}">
                <a16:creationId xmlns:a16="http://schemas.microsoft.com/office/drawing/2014/main" id="{2CFCA8A6-B2CE-3C20-3732-4CD23AA4E354}"/>
              </a:ext>
            </a:extLst>
          </p:cNvPr>
          <p:cNvSpPr>
            <a:spLocks noGrp="1"/>
          </p:cNvSpPr>
          <p:nvPr>
            <p:ph type="body" sz="quarter" idx="20"/>
          </p:nvPr>
        </p:nvSpPr>
        <p:spPr>
          <a:xfrm>
            <a:off x="6233160" y="1409710"/>
            <a:ext cx="5723488" cy="500113"/>
          </a:xfrm>
          <a:prstGeom prst="rect">
            <a:avLst/>
          </a:prstGeom>
          <a:solidFill>
            <a:schemeClr val="tx1"/>
          </a:solidFill>
        </p:spPr>
        <p:txBody>
          <a:bodyPr anchor="ctr" anchorCtr="1">
            <a:noAutofit/>
          </a:bodyPr>
          <a:lstStyle>
            <a:lvl1pPr marL="0" indent="0">
              <a:buNone/>
              <a:defRPr lang="en-US" sz="1600" b="1" cap="none" spc="0" baseline="0" dirty="0">
                <a:solidFill>
                  <a:schemeClr val="bg1"/>
                </a:solidFill>
              </a:defRPr>
            </a:lvl1pPr>
          </a:lstStyle>
          <a:p>
            <a:pPr marL="171434" lvl="0" indent="-171434" algn="ctr"/>
            <a:endParaRPr lang="en-US"/>
          </a:p>
        </p:txBody>
      </p:sp>
      <p:sp>
        <p:nvSpPr>
          <p:cNvPr id="14" name="Content Placeholder 1">
            <a:extLst>
              <a:ext uri="{FF2B5EF4-FFF2-40B4-BE49-F238E27FC236}">
                <a16:creationId xmlns:a16="http://schemas.microsoft.com/office/drawing/2014/main" id="{31AC8345-2D32-E4CF-D2DD-30BBB33F23FC}"/>
              </a:ext>
            </a:extLst>
          </p:cNvPr>
          <p:cNvSpPr>
            <a:spLocks noGrp="1"/>
          </p:cNvSpPr>
          <p:nvPr>
            <p:ph sz="quarter" idx="17"/>
          </p:nvPr>
        </p:nvSpPr>
        <p:spPr>
          <a:xfrm>
            <a:off x="403335" y="1909821"/>
            <a:ext cx="5395581" cy="4660605"/>
          </a:xfrm>
          <a:prstGeom prst="rect">
            <a:avLst/>
          </a:prstGeom>
          <a:solidFill>
            <a:schemeClr val="bg1">
              <a:lumMod val="95000"/>
            </a:schemeClr>
          </a:solidFill>
        </p:spPr>
        <p:txBody>
          <a:bodyPr lIns="91440" tIns="91440" rIns="91440" bIns="91440">
            <a:noAutofit/>
          </a:bodyPr>
          <a:lstStyle>
            <a:lvl1pPr marL="0" indent="0">
              <a:lnSpc>
                <a:spcPct val="100000"/>
              </a:lnSpc>
              <a:buFont typeface="Wingdings" pitchFamily="2" charset="2"/>
              <a:buNone/>
              <a:tabLst/>
              <a:defRPr sz="1600" spc="38" baseline="0">
                <a:solidFill>
                  <a:schemeClr val="tx1"/>
                </a:solidFill>
                <a:latin typeface="Arial" panose="020B0604020202020204" pitchFamily="34" charset="0"/>
                <a:cs typeface="Arial" panose="020B0604020202020204" pitchFamily="34" charset="0"/>
              </a:defRPr>
            </a:lvl1pPr>
            <a:lvl2pPr marL="344488" indent="-230188">
              <a:lnSpc>
                <a:spcPct val="100000"/>
              </a:lnSpc>
              <a:buClr>
                <a:schemeClr val="tx1"/>
              </a:buClr>
              <a:buFont typeface="System Font Regular"/>
              <a:buChar char="—"/>
              <a:tabLst/>
              <a:defRPr sz="1400" spc="38" baseline="0">
                <a:solidFill>
                  <a:schemeClr val="tx1"/>
                </a:solidFill>
                <a:latin typeface="Arial" panose="020B0604020202020204" pitchFamily="34" charset="0"/>
                <a:cs typeface="Arial" panose="020B0604020202020204" pitchFamily="34" charset="0"/>
              </a:defRPr>
            </a:lvl2pPr>
            <a:lvl3pPr marL="460375" indent="-114300">
              <a:lnSpc>
                <a:spcPct val="100000"/>
              </a:lnSpc>
              <a:buClr>
                <a:schemeClr val="tx1"/>
              </a:buClr>
              <a:buFont typeface="Arial" panose="020B0604020202020204" pitchFamily="34" charset="0"/>
              <a:buChar char="•"/>
              <a:tabLst/>
              <a:defRPr sz="1200" spc="38" baseline="0">
                <a:solidFill>
                  <a:schemeClr val="tx1"/>
                </a:solidFill>
                <a:latin typeface="Arial" panose="020B0604020202020204" pitchFamily="34" charset="0"/>
                <a:cs typeface="Arial" panose="020B0604020202020204" pitchFamily="34" charset="0"/>
              </a:defRPr>
            </a:lvl3pPr>
            <a:lvl4pPr>
              <a:buClr>
                <a:schemeClr val="tx1"/>
              </a:buClr>
              <a:defRPr/>
            </a:lvl4pPr>
            <a:lvl5pPr>
              <a:buClr>
                <a:schemeClr val="tx1"/>
              </a:buClr>
              <a:defRPr/>
            </a:lvl5pPr>
          </a:lstStyle>
          <a:p>
            <a:pPr lvl="0"/>
            <a:endParaRPr lang="en-US"/>
          </a:p>
        </p:txBody>
      </p:sp>
      <p:sp>
        <p:nvSpPr>
          <p:cNvPr id="15" name="Content Placeholder 1">
            <a:extLst>
              <a:ext uri="{FF2B5EF4-FFF2-40B4-BE49-F238E27FC236}">
                <a16:creationId xmlns:a16="http://schemas.microsoft.com/office/drawing/2014/main" id="{C6F71FD4-B44D-3F9E-5D2E-2E381486F970}"/>
              </a:ext>
            </a:extLst>
          </p:cNvPr>
          <p:cNvSpPr>
            <a:spLocks noGrp="1"/>
          </p:cNvSpPr>
          <p:nvPr>
            <p:ph sz="quarter" idx="21"/>
          </p:nvPr>
        </p:nvSpPr>
        <p:spPr>
          <a:xfrm>
            <a:off x="6233159" y="1909821"/>
            <a:ext cx="5715915" cy="4660605"/>
          </a:xfrm>
          <a:prstGeom prst="rect">
            <a:avLst/>
          </a:prstGeom>
          <a:solidFill>
            <a:schemeClr val="bg1">
              <a:lumMod val="95000"/>
            </a:schemeClr>
          </a:solidFill>
        </p:spPr>
        <p:txBody>
          <a:bodyPr lIns="91440" tIns="91440" rIns="91440" bIns="91440">
            <a:noAutofit/>
          </a:bodyPr>
          <a:lstStyle>
            <a:lvl1pPr marL="0" indent="0">
              <a:lnSpc>
                <a:spcPct val="100000"/>
              </a:lnSpc>
              <a:buFont typeface="Wingdings" pitchFamily="2" charset="2"/>
              <a:buNone/>
              <a:tabLst/>
              <a:defRPr sz="1600" spc="38" baseline="0">
                <a:solidFill>
                  <a:schemeClr val="tx1"/>
                </a:solidFill>
                <a:latin typeface="Arial" panose="020B0604020202020204" pitchFamily="34" charset="0"/>
                <a:cs typeface="Arial" panose="020B0604020202020204" pitchFamily="34" charset="0"/>
              </a:defRPr>
            </a:lvl1pPr>
            <a:lvl2pPr marL="344488" indent="-230188">
              <a:lnSpc>
                <a:spcPct val="100000"/>
              </a:lnSpc>
              <a:buClr>
                <a:schemeClr val="tx1"/>
              </a:buClr>
              <a:buFont typeface="System Font Regular"/>
              <a:buChar char="—"/>
              <a:tabLst/>
              <a:defRPr sz="1400" spc="38" baseline="0">
                <a:solidFill>
                  <a:schemeClr val="tx1"/>
                </a:solidFill>
                <a:latin typeface="Arial" panose="020B0604020202020204" pitchFamily="34" charset="0"/>
                <a:cs typeface="Arial" panose="020B0604020202020204" pitchFamily="34" charset="0"/>
              </a:defRPr>
            </a:lvl2pPr>
            <a:lvl3pPr marL="460375" indent="-114300">
              <a:lnSpc>
                <a:spcPct val="100000"/>
              </a:lnSpc>
              <a:buClr>
                <a:schemeClr val="tx1"/>
              </a:buClr>
              <a:buFont typeface="Arial" panose="020B0604020202020204" pitchFamily="34" charset="0"/>
              <a:buChar char="•"/>
              <a:tabLst/>
              <a:defRPr sz="1400" spc="38" baseline="0">
                <a:solidFill>
                  <a:schemeClr val="tx1"/>
                </a:solidFill>
                <a:latin typeface="Arial" panose="020B0604020202020204" pitchFamily="34" charset="0"/>
                <a:cs typeface="Arial" panose="020B0604020202020204" pitchFamily="34" charset="0"/>
              </a:defRPr>
            </a:lvl3pPr>
            <a:lvl4pPr>
              <a:buClr>
                <a:schemeClr val="tx1"/>
              </a:buClr>
              <a:defRPr/>
            </a:lvl4pPr>
            <a:lvl5pPr>
              <a:buClr>
                <a:schemeClr val="tx1"/>
              </a:buClr>
              <a:defRPr/>
            </a:lvl5pPr>
          </a:lstStyle>
          <a:p>
            <a:pPr lvl="0"/>
            <a:endParaRPr lang="en-US"/>
          </a:p>
        </p:txBody>
      </p:sp>
      <p:sp>
        <p:nvSpPr>
          <p:cNvPr id="16" name="Chart title 2">
            <a:extLst>
              <a:ext uri="{FF2B5EF4-FFF2-40B4-BE49-F238E27FC236}">
                <a16:creationId xmlns:a16="http://schemas.microsoft.com/office/drawing/2014/main" id="{A61410E1-D904-2895-5D79-7E401373AB9F}"/>
              </a:ext>
            </a:extLst>
          </p:cNvPr>
          <p:cNvSpPr>
            <a:spLocks noGrp="1"/>
          </p:cNvSpPr>
          <p:nvPr>
            <p:ph type="body" sz="quarter" idx="22"/>
          </p:nvPr>
        </p:nvSpPr>
        <p:spPr>
          <a:xfrm>
            <a:off x="403335" y="1409710"/>
            <a:ext cx="5394960" cy="500113"/>
          </a:xfrm>
          <a:prstGeom prst="rect">
            <a:avLst/>
          </a:prstGeom>
          <a:solidFill>
            <a:schemeClr val="tx1"/>
          </a:solidFill>
        </p:spPr>
        <p:txBody>
          <a:bodyPr anchor="ctr" anchorCtr="1">
            <a:noAutofit/>
          </a:bodyPr>
          <a:lstStyle>
            <a:lvl1pPr marL="0" indent="0">
              <a:buNone/>
              <a:defRPr lang="en-US" sz="1600" b="1" cap="none" spc="0" baseline="0" dirty="0">
                <a:solidFill>
                  <a:schemeClr val="bg1"/>
                </a:solidFill>
              </a:defRPr>
            </a:lvl1pPr>
          </a:lstStyle>
          <a:p>
            <a:pPr marL="171434" lvl="0" indent="-171434" algn="ctr"/>
            <a:endParaRPr lang="en-US"/>
          </a:p>
        </p:txBody>
      </p:sp>
      <p:grpSp>
        <p:nvGrpSpPr>
          <p:cNvPr id="10" name="Group 9">
            <a:extLst>
              <a:ext uri="{FF2B5EF4-FFF2-40B4-BE49-F238E27FC236}">
                <a16:creationId xmlns:a16="http://schemas.microsoft.com/office/drawing/2014/main" id="{431DBF4C-49D2-D647-0B89-FE718772AB11}"/>
              </a:ext>
            </a:extLst>
          </p:cNvPr>
          <p:cNvGrpSpPr/>
          <p:nvPr userDrawn="1"/>
        </p:nvGrpSpPr>
        <p:grpSpPr>
          <a:xfrm>
            <a:off x="0" y="0"/>
            <a:ext cx="206477" cy="6908801"/>
            <a:chOff x="0" y="0"/>
            <a:chExt cx="206477" cy="6908801"/>
          </a:xfrm>
        </p:grpSpPr>
        <p:sp>
          <p:nvSpPr>
            <p:cNvPr id="12" name="AutoShape 3">
              <a:extLst>
                <a:ext uri="{FF2B5EF4-FFF2-40B4-BE49-F238E27FC236}">
                  <a16:creationId xmlns:a16="http://schemas.microsoft.com/office/drawing/2014/main" id="{522F2808-370A-6904-AAD6-D30B28061833}"/>
                </a:ext>
              </a:extLst>
            </p:cNvPr>
            <p:cNvSpPr/>
            <p:nvPr userDrawn="1"/>
          </p:nvSpPr>
          <p:spPr>
            <a:xfrm flipH="1">
              <a:off x="0" y="0"/>
              <a:ext cx="206477" cy="6858000"/>
            </a:xfrm>
            <a:prstGeom prst="rect">
              <a:avLst/>
            </a:prstGeom>
            <a:solidFill>
              <a:schemeClr val="accent2"/>
            </a:solidFill>
          </p:spPr>
          <p:txBody>
            <a:bodyPr/>
            <a:lstStyle/>
            <a:p>
              <a:endParaRPr lang="en-US"/>
            </a:p>
          </p:txBody>
        </p:sp>
        <p:sp>
          <p:nvSpPr>
            <p:cNvPr id="13" name="AutoShape 3">
              <a:extLst>
                <a:ext uri="{FF2B5EF4-FFF2-40B4-BE49-F238E27FC236}">
                  <a16:creationId xmlns:a16="http://schemas.microsoft.com/office/drawing/2014/main" id="{E998948E-863B-458E-925F-C2051DAB9333}"/>
                </a:ext>
              </a:extLst>
            </p:cNvPr>
            <p:cNvSpPr/>
            <p:nvPr userDrawn="1"/>
          </p:nvSpPr>
          <p:spPr>
            <a:xfrm>
              <a:off x="0" y="0"/>
              <a:ext cx="45720" cy="6908801"/>
            </a:xfrm>
            <a:prstGeom prst="rect">
              <a:avLst/>
            </a:prstGeom>
            <a:solidFill>
              <a:schemeClr val="bg2"/>
            </a:solidFill>
          </p:spPr>
          <p:txBody>
            <a:bodyPr/>
            <a:lstStyle/>
            <a:p>
              <a:endParaRPr lang="en-US"/>
            </a:p>
          </p:txBody>
        </p:sp>
      </p:grpSp>
      <p:sp>
        <p:nvSpPr>
          <p:cNvPr id="19" name="Text Placeholder 3">
            <a:extLst>
              <a:ext uri="{FF2B5EF4-FFF2-40B4-BE49-F238E27FC236}">
                <a16:creationId xmlns:a16="http://schemas.microsoft.com/office/drawing/2014/main" id="{2069D6C9-41EF-268E-BE06-6982677EE36F}"/>
              </a:ext>
            </a:extLst>
          </p:cNvPr>
          <p:cNvSpPr>
            <a:spLocks noGrp="1"/>
          </p:cNvSpPr>
          <p:nvPr>
            <p:ph type="body" sz="quarter" idx="14"/>
          </p:nvPr>
        </p:nvSpPr>
        <p:spPr>
          <a:xfrm>
            <a:off x="403335" y="974774"/>
            <a:ext cx="11525906" cy="278538"/>
          </a:xfrm>
          <a:prstGeom prst="rect">
            <a:avLst/>
          </a:prstGeom>
        </p:spPr>
        <p:txBody>
          <a:bodyPr vert="horz" wrap="square" lIns="0" tIns="0" rIns="0" bIns="0" rtlCol="0">
            <a:spAutoFit/>
          </a:bodyPr>
          <a:lstStyle>
            <a:lvl1pPr marL="0" indent="0">
              <a:buNone/>
              <a:defRPr lang="en-US" sz="2000" dirty="0">
                <a:solidFill>
                  <a:srgbClr val="080808"/>
                </a:solidFill>
                <a:latin typeface="Arial" panose="020B0604020202020204" pitchFamily="34" charset="0"/>
                <a:cs typeface="Arial" panose="020B0604020202020204" pitchFamily="34" charset="0"/>
              </a:defRPr>
            </a:lvl1pPr>
          </a:lstStyle>
          <a:p>
            <a:pPr marL="174621" lvl="0" indent="-174621"/>
            <a:r>
              <a:rPr lang="en-US"/>
              <a:t>Click to edit Master text styles</a:t>
            </a:r>
          </a:p>
        </p:txBody>
      </p:sp>
      <p:sp>
        <p:nvSpPr>
          <p:cNvPr id="20" name="TextBox 19">
            <a:extLst>
              <a:ext uri="{FF2B5EF4-FFF2-40B4-BE49-F238E27FC236}">
                <a16:creationId xmlns:a16="http://schemas.microsoft.com/office/drawing/2014/main" id="{D261B6FE-9DA4-ABFB-0D04-DF710AF56485}"/>
              </a:ext>
            </a:extLst>
          </p:cNvPr>
          <p:cNvSpPr txBox="1"/>
          <p:nvPr userDrawn="1"/>
        </p:nvSpPr>
        <p:spPr>
          <a:xfrm>
            <a:off x="11565988" y="6591122"/>
            <a:ext cx="363253" cy="169277"/>
          </a:xfrm>
          <a:prstGeom prst="rect">
            <a:avLst/>
          </a:prstGeom>
          <a:noFill/>
        </p:spPr>
        <p:txBody>
          <a:bodyPr wrap="square" lIns="0" tIns="0" rIns="0" bIns="0" rtlCol="0" anchor="b" anchorCtr="0">
            <a:spAutoFit/>
          </a:bodyPr>
          <a:lstStyle/>
          <a:p>
            <a:pPr algn="r"/>
            <a:fld id="{D0807A39-E1A1-D742-90F2-296DE3679287}" type="slidenum">
              <a:rPr lang="en-US" sz="1100" b="0" smtClean="0">
                <a:solidFill>
                  <a:schemeClr val="tx1"/>
                </a:solidFill>
                <a:latin typeface="Helvetica" pitchFamily="2" charset="0"/>
              </a:rPr>
              <a:pPr algn="r"/>
              <a:t>‹#›</a:t>
            </a:fld>
            <a:endParaRPr lang="en-US" sz="1100" b="0">
              <a:solidFill>
                <a:schemeClr val="tx1"/>
              </a:solidFill>
              <a:latin typeface="Helvetica" pitchFamily="2" charset="0"/>
            </a:endParaRPr>
          </a:p>
        </p:txBody>
      </p:sp>
      <p:sp>
        <p:nvSpPr>
          <p:cNvPr id="2" name="Title 12">
            <a:extLst>
              <a:ext uri="{FF2B5EF4-FFF2-40B4-BE49-F238E27FC236}">
                <a16:creationId xmlns:a16="http://schemas.microsoft.com/office/drawing/2014/main" id="{4C77FCFD-30B5-5CF9-D97B-DB53A15E8E05}"/>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latin typeface="Helvetica" pitchFamily="2" charset="0"/>
              </a:defRPr>
            </a:lvl1pPr>
          </a:lstStyle>
          <a:p>
            <a:pPr lvl="0"/>
            <a:r>
              <a:rPr lang="en-US"/>
              <a:t>Click to edit Master title style</a:t>
            </a:r>
          </a:p>
        </p:txBody>
      </p:sp>
    </p:spTree>
    <p:extLst>
      <p:ext uri="{BB962C8B-B14F-4D97-AF65-F5344CB8AC3E}">
        <p14:creationId xmlns:p14="http://schemas.microsoft.com/office/powerpoint/2010/main" val="3839760384"/>
      </p:ext>
    </p:extLst>
  </p:cSld>
  <p:clrMapOvr>
    <a:masterClrMapping/>
  </p:clrMapOvr>
  <p:transition spd="slow">
    <p:wipe dir="r"/>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harts">
    <p:spTree>
      <p:nvGrpSpPr>
        <p:cNvPr id="1" name=""/>
        <p:cNvGrpSpPr/>
        <p:nvPr/>
      </p:nvGrpSpPr>
      <p:grpSpPr>
        <a:xfrm>
          <a:off x="0" y="0"/>
          <a:ext cx="0" cy="0"/>
          <a:chOff x="0" y="0"/>
          <a:chExt cx="0" cy="0"/>
        </a:xfrm>
      </p:grpSpPr>
      <p:sp>
        <p:nvSpPr>
          <p:cNvPr id="13" name="Chart title 3">
            <a:extLst>
              <a:ext uri="{FF2B5EF4-FFF2-40B4-BE49-F238E27FC236}">
                <a16:creationId xmlns:a16="http://schemas.microsoft.com/office/drawing/2014/main" id="{128A9019-382E-BAC4-1BBE-2388118941F0}"/>
              </a:ext>
            </a:extLst>
          </p:cNvPr>
          <p:cNvSpPr>
            <a:spLocks noGrp="1"/>
          </p:cNvSpPr>
          <p:nvPr>
            <p:ph type="body" sz="quarter" idx="23" hasCustomPrompt="1"/>
          </p:nvPr>
        </p:nvSpPr>
        <p:spPr>
          <a:xfrm>
            <a:off x="8339785" y="1409710"/>
            <a:ext cx="3474720" cy="403225"/>
          </a:xfrm>
          <a:prstGeom prst="rect">
            <a:avLst/>
          </a:prstGeom>
          <a:solidFill>
            <a:schemeClr val="tx1"/>
          </a:solidFill>
        </p:spPr>
        <p:txBody>
          <a:bodyPr anchor="ctr" anchorCtr="1">
            <a:normAutofit/>
          </a:bodyPr>
          <a:lstStyle>
            <a:lvl1pPr marL="0" indent="0" algn="ctr">
              <a:buFontTx/>
              <a:buNone/>
              <a:defRPr sz="1600" b="1" cap="none" spc="0" baseline="0">
                <a:solidFill>
                  <a:schemeClr val="bg1"/>
                </a:solidFill>
                <a:latin typeface="Arial" panose="020B0604020202020204" pitchFamily="34" charset="0"/>
                <a:cs typeface="Arial" panose="020B0604020202020204" pitchFamily="34" charset="0"/>
              </a:defRPr>
            </a:lvl1pPr>
            <a:lvl2pPr marL="342866" indent="0" algn="ctr">
              <a:buFontTx/>
              <a:buNone/>
              <a:defRPr sz="1050">
                <a:solidFill>
                  <a:schemeClr val="bg1"/>
                </a:solidFill>
                <a:latin typeface="Value Sans Pro Black" panose="020B0A03050101040103" pitchFamily="34" charset="0"/>
              </a:defRPr>
            </a:lvl2pPr>
            <a:lvl3pPr marL="685732" indent="0" algn="ctr">
              <a:buFontTx/>
              <a:buNone/>
              <a:defRPr sz="1050">
                <a:solidFill>
                  <a:schemeClr val="bg1"/>
                </a:solidFill>
                <a:latin typeface="Value Sans Pro Black" panose="020B0A03050101040103" pitchFamily="34" charset="0"/>
              </a:defRPr>
            </a:lvl3pPr>
            <a:lvl4pPr marL="1028598" indent="0" algn="ctr">
              <a:buFontTx/>
              <a:buNone/>
              <a:defRPr sz="1050">
                <a:solidFill>
                  <a:schemeClr val="bg1"/>
                </a:solidFill>
                <a:latin typeface="Value Sans Pro Black" panose="020B0A03050101040103" pitchFamily="34" charset="0"/>
              </a:defRPr>
            </a:lvl4pPr>
            <a:lvl5pPr marL="1371464" indent="0" algn="ctr">
              <a:buFontTx/>
              <a:buNone/>
              <a:defRPr sz="1050">
                <a:solidFill>
                  <a:schemeClr val="bg1"/>
                </a:solidFill>
                <a:latin typeface="Value Sans Pro Black" panose="020B0A03050101040103" pitchFamily="34" charset="0"/>
              </a:defRPr>
            </a:lvl5pPr>
          </a:lstStyle>
          <a:p>
            <a:pPr lvl="0"/>
            <a:r>
              <a:rPr lang="en-US"/>
              <a:t>Chart Title</a:t>
            </a:r>
          </a:p>
        </p:txBody>
      </p:sp>
      <p:sp>
        <p:nvSpPr>
          <p:cNvPr id="11" name="Chart title 2">
            <a:extLst>
              <a:ext uri="{FF2B5EF4-FFF2-40B4-BE49-F238E27FC236}">
                <a16:creationId xmlns:a16="http://schemas.microsoft.com/office/drawing/2014/main" id="{2CFCA8A6-B2CE-3C20-3732-4CD23AA4E354}"/>
              </a:ext>
            </a:extLst>
          </p:cNvPr>
          <p:cNvSpPr>
            <a:spLocks noGrp="1"/>
          </p:cNvSpPr>
          <p:nvPr>
            <p:ph type="body" sz="quarter" idx="20" hasCustomPrompt="1"/>
          </p:nvPr>
        </p:nvSpPr>
        <p:spPr>
          <a:xfrm>
            <a:off x="4371560" y="1409710"/>
            <a:ext cx="3474720" cy="403225"/>
          </a:xfrm>
          <a:prstGeom prst="rect">
            <a:avLst/>
          </a:prstGeom>
          <a:solidFill>
            <a:schemeClr val="tx1"/>
          </a:solidFill>
        </p:spPr>
        <p:txBody>
          <a:bodyPr anchor="ctr" anchorCtr="1">
            <a:normAutofit/>
          </a:bodyPr>
          <a:lstStyle>
            <a:lvl1pPr marL="0" indent="0" algn="ctr">
              <a:buFontTx/>
              <a:buNone/>
              <a:defRPr sz="1600" b="1" cap="none" spc="0" baseline="0">
                <a:solidFill>
                  <a:schemeClr val="bg1"/>
                </a:solidFill>
                <a:latin typeface="Arial" panose="020B0604020202020204" pitchFamily="34" charset="0"/>
                <a:cs typeface="Arial" panose="020B0604020202020204" pitchFamily="34" charset="0"/>
              </a:defRPr>
            </a:lvl1pPr>
            <a:lvl2pPr marL="342866" indent="0" algn="ctr">
              <a:buFontTx/>
              <a:buNone/>
              <a:defRPr sz="1050">
                <a:solidFill>
                  <a:schemeClr val="bg1"/>
                </a:solidFill>
                <a:latin typeface="Value Sans Pro Black" panose="020B0A03050101040103" pitchFamily="34" charset="0"/>
              </a:defRPr>
            </a:lvl2pPr>
            <a:lvl3pPr marL="685732" indent="0" algn="ctr">
              <a:buFontTx/>
              <a:buNone/>
              <a:defRPr sz="1050">
                <a:solidFill>
                  <a:schemeClr val="bg1"/>
                </a:solidFill>
                <a:latin typeface="Value Sans Pro Black" panose="020B0A03050101040103" pitchFamily="34" charset="0"/>
              </a:defRPr>
            </a:lvl3pPr>
            <a:lvl4pPr marL="1028598" indent="0" algn="ctr">
              <a:buFontTx/>
              <a:buNone/>
              <a:defRPr sz="1050">
                <a:solidFill>
                  <a:schemeClr val="bg1"/>
                </a:solidFill>
                <a:latin typeface="Value Sans Pro Black" panose="020B0A03050101040103" pitchFamily="34" charset="0"/>
              </a:defRPr>
            </a:lvl4pPr>
            <a:lvl5pPr marL="1371464" indent="0" algn="ctr">
              <a:buFontTx/>
              <a:buNone/>
              <a:defRPr sz="1050">
                <a:solidFill>
                  <a:schemeClr val="bg1"/>
                </a:solidFill>
                <a:latin typeface="Value Sans Pro Black" panose="020B0A03050101040103" pitchFamily="34" charset="0"/>
              </a:defRPr>
            </a:lvl5pPr>
          </a:lstStyle>
          <a:p>
            <a:pPr lvl="0"/>
            <a:r>
              <a:rPr lang="en-US"/>
              <a:t>Chart Title</a:t>
            </a:r>
          </a:p>
        </p:txBody>
      </p:sp>
      <p:sp>
        <p:nvSpPr>
          <p:cNvPr id="7" name="Content Placeholder 1">
            <a:extLst>
              <a:ext uri="{FF2B5EF4-FFF2-40B4-BE49-F238E27FC236}">
                <a16:creationId xmlns:a16="http://schemas.microsoft.com/office/drawing/2014/main" id="{AA50B02E-3016-7BB7-C78E-81B0B70401FC}"/>
              </a:ext>
            </a:extLst>
          </p:cNvPr>
          <p:cNvSpPr>
            <a:spLocks noGrp="1"/>
          </p:cNvSpPr>
          <p:nvPr>
            <p:ph sz="quarter" idx="17"/>
          </p:nvPr>
        </p:nvSpPr>
        <p:spPr>
          <a:xfrm>
            <a:off x="403335" y="1828800"/>
            <a:ext cx="3474720" cy="4081454"/>
          </a:xfrm>
          <a:prstGeom prst="rect">
            <a:avLst/>
          </a:prstGeom>
          <a:solidFill>
            <a:schemeClr val="bg1">
              <a:lumMod val="95000"/>
            </a:schemeClr>
          </a:solidFill>
        </p:spPr>
        <p:txBody>
          <a:bodyPr lIns="91440" tIns="91440" rIns="91440" bIns="91440">
            <a:noAutofit/>
          </a:bodyPr>
          <a:lstStyle>
            <a:lvl1pPr marL="114300" indent="-114300">
              <a:lnSpc>
                <a:spcPct val="100000"/>
              </a:lnSpc>
              <a:buFont typeface="Wingdings" pitchFamily="2" charset="2"/>
              <a:buChar char="§"/>
              <a:tabLst/>
              <a:defRPr sz="1600" spc="38" baseline="0">
                <a:solidFill>
                  <a:schemeClr val="tx1"/>
                </a:solidFill>
                <a:latin typeface="Arial" panose="020B0604020202020204" pitchFamily="34" charset="0"/>
                <a:cs typeface="Arial" panose="020B0604020202020204" pitchFamily="34" charset="0"/>
              </a:defRPr>
            </a:lvl1pPr>
            <a:lvl2pPr marL="344488" indent="-230188">
              <a:lnSpc>
                <a:spcPct val="100000"/>
              </a:lnSpc>
              <a:buClr>
                <a:schemeClr val="tx1"/>
              </a:buClr>
              <a:buFont typeface="System Font Regular"/>
              <a:buChar char="—"/>
              <a:tabLst/>
              <a:defRPr sz="1600" spc="38" baseline="0">
                <a:solidFill>
                  <a:schemeClr val="tx1"/>
                </a:solidFill>
                <a:latin typeface="Arial" panose="020B0604020202020204" pitchFamily="34" charset="0"/>
                <a:cs typeface="Arial" panose="020B0604020202020204" pitchFamily="34" charset="0"/>
              </a:defRPr>
            </a:lvl2pPr>
            <a:lvl3pPr marL="460375" indent="-114300">
              <a:lnSpc>
                <a:spcPct val="100000"/>
              </a:lnSpc>
              <a:buClr>
                <a:schemeClr val="tx1"/>
              </a:buClr>
              <a:buFont typeface="Arial" panose="020B0604020202020204" pitchFamily="34" charset="0"/>
              <a:buChar char="•"/>
              <a:tabLst/>
              <a:defRPr sz="1600" spc="38" baseline="0">
                <a:solidFill>
                  <a:schemeClr val="tx1"/>
                </a:solidFill>
                <a:latin typeface="Arial" panose="020B0604020202020204" pitchFamily="34" charset="0"/>
                <a:cs typeface="Arial" panose="020B0604020202020204" pitchFamily="34" charset="0"/>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p:txBody>
      </p:sp>
      <p:sp>
        <p:nvSpPr>
          <p:cNvPr id="24" name="Chart title 1">
            <a:extLst>
              <a:ext uri="{FF2B5EF4-FFF2-40B4-BE49-F238E27FC236}">
                <a16:creationId xmlns:a16="http://schemas.microsoft.com/office/drawing/2014/main" id="{C6566D92-4F72-FBD4-12BF-E6CF4F8F1F3A}"/>
              </a:ext>
            </a:extLst>
          </p:cNvPr>
          <p:cNvSpPr>
            <a:spLocks noGrp="1"/>
          </p:cNvSpPr>
          <p:nvPr>
            <p:ph type="body" sz="quarter" idx="18" hasCustomPrompt="1"/>
          </p:nvPr>
        </p:nvSpPr>
        <p:spPr>
          <a:xfrm>
            <a:off x="403335" y="1409710"/>
            <a:ext cx="3474720" cy="403225"/>
          </a:xfrm>
          <a:prstGeom prst="rect">
            <a:avLst/>
          </a:prstGeom>
          <a:solidFill>
            <a:schemeClr val="tx1"/>
          </a:solidFill>
        </p:spPr>
        <p:txBody>
          <a:bodyPr anchor="ctr" anchorCtr="1">
            <a:normAutofit/>
          </a:bodyPr>
          <a:lstStyle>
            <a:lvl1pPr marL="0" indent="0" algn="ctr">
              <a:buFontTx/>
              <a:buNone/>
              <a:defRPr sz="1600" b="1" cap="none" spc="0" baseline="0">
                <a:solidFill>
                  <a:schemeClr val="bg1"/>
                </a:solidFill>
                <a:latin typeface="Arial" panose="020B0604020202020204" pitchFamily="34" charset="0"/>
                <a:cs typeface="Arial" panose="020B0604020202020204" pitchFamily="34" charset="0"/>
              </a:defRPr>
            </a:lvl1pPr>
            <a:lvl2pPr marL="342866" indent="0" algn="ctr">
              <a:buFontTx/>
              <a:buNone/>
              <a:defRPr sz="1050">
                <a:solidFill>
                  <a:schemeClr val="bg1"/>
                </a:solidFill>
                <a:latin typeface="Value Sans Pro Black" panose="020B0A03050101040103" pitchFamily="34" charset="0"/>
              </a:defRPr>
            </a:lvl2pPr>
            <a:lvl3pPr marL="685732" indent="0" algn="ctr">
              <a:buFontTx/>
              <a:buNone/>
              <a:defRPr sz="1050">
                <a:solidFill>
                  <a:schemeClr val="bg1"/>
                </a:solidFill>
                <a:latin typeface="Value Sans Pro Black" panose="020B0A03050101040103" pitchFamily="34" charset="0"/>
              </a:defRPr>
            </a:lvl3pPr>
            <a:lvl4pPr marL="1028598" indent="0" algn="ctr">
              <a:buFontTx/>
              <a:buNone/>
              <a:defRPr sz="1050">
                <a:solidFill>
                  <a:schemeClr val="bg1"/>
                </a:solidFill>
                <a:latin typeface="Value Sans Pro Black" panose="020B0A03050101040103" pitchFamily="34" charset="0"/>
              </a:defRPr>
            </a:lvl4pPr>
            <a:lvl5pPr marL="1371464" indent="0" algn="ctr">
              <a:buFontTx/>
              <a:buNone/>
              <a:defRPr sz="1050">
                <a:solidFill>
                  <a:schemeClr val="bg1"/>
                </a:solidFill>
                <a:latin typeface="Value Sans Pro Black" panose="020B0A03050101040103" pitchFamily="34" charset="0"/>
              </a:defRPr>
            </a:lvl5pPr>
          </a:lstStyle>
          <a:p>
            <a:pPr lvl="0"/>
            <a:r>
              <a:rPr lang="en-US"/>
              <a:t>Chart Title</a:t>
            </a:r>
          </a:p>
        </p:txBody>
      </p:sp>
      <p:sp>
        <p:nvSpPr>
          <p:cNvPr id="14" name="Content Placeholder 1">
            <a:extLst>
              <a:ext uri="{FF2B5EF4-FFF2-40B4-BE49-F238E27FC236}">
                <a16:creationId xmlns:a16="http://schemas.microsoft.com/office/drawing/2014/main" id="{76381548-B1D5-9088-7E88-0B80ACAA66A6}"/>
              </a:ext>
            </a:extLst>
          </p:cNvPr>
          <p:cNvSpPr>
            <a:spLocks noGrp="1"/>
          </p:cNvSpPr>
          <p:nvPr>
            <p:ph sz="quarter" idx="24"/>
          </p:nvPr>
        </p:nvSpPr>
        <p:spPr>
          <a:xfrm>
            <a:off x="8339785" y="1828800"/>
            <a:ext cx="3474720" cy="4081454"/>
          </a:xfrm>
          <a:prstGeom prst="rect">
            <a:avLst/>
          </a:prstGeom>
          <a:solidFill>
            <a:schemeClr val="bg1">
              <a:lumMod val="95000"/>
            </a:schemeClr>
          </a:solidFill>
        </p:spPr>
        <p:txBody>
          <a:bodyPr lIns="91440" tIns="91440" rIns="91440" bIns="91440">
            <a:noAutofit/>
          </a:bodyPr>
          <a:lstStyle>
            <a:lvl1pPr marL="114300" indent="-114300">
              <a:lnSpc>
                <a:spcPct val="100000"/>
              </a:lnSpc>
              <a:buFont typeface="Wingdings" pitchFamily="2" charset="2"/>
              <a:buChar char="§"/>
              <a:tabLst/>
              <a:defRPr sz="1600" spc="38" baseline="0">
                <a:solidFill>
                  <a:schemeClr val="tx1"/>
                </a:solidFill>
                <a:latin typeface="Arial" panose="020B0604020202020204" pitchFamily="34" charset="0"/>
                <a:cs typeface="Arial" panose="020B0604020202020204" pitchFamily="34" charset="0"/>
              </a:defRPr>
            </a:lvl1pPr>
            <a:lvl2pPr marL="344488" indent="-230188">
              <a:lnSpc>
                <a:spcPct val="100000"/>
              </a:lnSpc>
              <a:buClr>
                <a:schemeClr val="tx1"/>
              </a:buClr>
              <a:buFont typeface="System Font Regular"/>
              <a:buChar char="—"/>
              <a:tabLst/>
              <a:defRPr sz="1600" spc="38" baseline="0">
                <a:solidFill>
                  <a:schemeClr val="tx1"/>
                </a:solidFill>
                <a:latin typeface="Arial" panose="020B0604020202020204" pitchFamily="34" charset="0"/>
                <a:cs typeface="Arial" panose="020B0604020202020204" pitchFamily="34" charset="0"/>
              </a:defRPr>
            </a:lvl2pPr>
            <a:lvl3pPr marL="460375" indent="-114300">
              <a:lnSpc>
                <a:spcPct val="100000"/>
              </a:lnSpc>
              <a:buClr>
                <a:schemeClr val="tx1"/>
              </a:buClr>
              <a:buFont typeface="Arial" panose="020B0604020202020204" pitchFamily="34" charset="0"/>
              <a:buChar char="•"/>
              <a:tabLst/>
              <a:defRPr sz="1600" spc="38" baseline="0">
                <a:solidFill>
                  <a:schemeClr val="tx1"/>
                </a:solidFill>
                <a:latin typeface="Arial" panose="020B0604020202020204" pitchFamily="34" charset="0"/>
                <a:cs typeface="Arial" panose="020B0604020202020204" pitchFamily="34" charset="0"/>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p:txBody>
      </p:sp>
      <p:sp>
        <p:nvSpPr>
          <p:cNvPr id="15" name="Content Placeholder 1">
            <a:extLst>
              <a:ext uri="{FF2B5EF4-FFF2-40B4-BE49-F238E27FC236}">
                <a16:creationId xmlns:a16="http://schemas.microsoft.com/office/drawing/2014/main" id="{5035E457-61EF-6637-EE8E-CA9A686EB290}"/>
              </a:ext>
            </a:extLst>
          </p:cNvPr>
          <p:cNvSpPr>
            <a:spLocks noGrp="1"/>
          </p:cNvSpPr>
          <p:nvPr>
            <p:ph sz="quarter" idx="25"/>
          </p:nvPr>
        </p:nvSpPr>
        <p:spPr>
          <a:xfrm>
            <a:off x="4371560" y="1828800"/>
            <a:ext cx="3474720" cy="4081454"/>
          </a:xfrm>
          <a:prstGeom prst="rect">
            <a:avLst/>
          </a:prstGeom>
          <a:solidFill>
            <a:schemeClr val="bg1">
              <a:lumMod val="95000"/>
            </a:schemeClr>
          </a:solidFill>
        </p:spPr>
        <p:txBody>
          <a:bodyPr lIns="91440" tIns="91440" rIns="91440" bIns="91440">
            <a:noAutofit/>
          </a:bodyPr>
          <a:lstStyle>
            <a:lvl1pPr marL="114300" indent="-114300">
              <a:lnSpc>
                <a:spcPct val="100000"/>
              </a:lnSpc>
              <a:buFont typeface="Wingdings" pitchFamily="2" charset="2"/>
              <a:buChar char="§"/>
              <a:tabLst/>
              <a:defRPr sz="1600" spc="38" baseline="0">
                <a:solidFill>
                  <a:schemeClr val="tx1"/>
                </a:solidFill>
                <a:latin typeface="Arial" panose="020B0604020202020204" pitchFamily="34" charset="0"/>
                <a:cs typeface="Arial" panose="020B0604020202020204" pitchFamily="34" charset="0"/>
              </a:defRPr>
            </a:lvl1pPr>
            <a:lvl2pPr marL="344488" indent="-230188">
              <a:lnSpc>
                <a:spcPct val="100000"/>
              </a:lnSpc>
              <a:buClr>
                <a:schemeClr val="tx1"/>
              </a:buClr>
              <a:buFont typeface="System Font Regular"/>
              <a:buChar char="—"/>
              <a:tabLst/>
              <a:defRPr sz="1600" spc="38" baseline="0">
                <a:solidFill>
                  <a:schemeClr val="tx1"/>
                </a:solidFill>
                <a:latin typeface="Arial" panose="020B0604020202020204" pitchFamily="34" charset="0"/>
                <a:cs typeface="Arial" panose="020B0604020202020204" pitchFamily="34" charset="0"/>
              </a:defRPr>
            </a:lvl2pPr>
            <a:lvl3pPr marL="460375" indent="-114300">
              <a:lnSpc>
                <a:spcPct val="100000"/>
              </a:lnSpc>
              <a:buClr>
                <a:schemeClr val="tx1"/>
              </a:buClr>
              <a:buFont typeface="Arial" panose="020B0604020202020204" pitchFamily="34" charset="0"/>
              <a:buChar char="•"/>
              <a:tabLst/>
              <a:defRPr sz="1600" spc="38" baseline="0">
                <a:solidFill>
                  <a:schemeClr val="tx1"/>
                </a:solidFill>
                <a:latin typeface="Arial" panose="020B0604020202020204" pitchFamily="34" charset="0"/>
                <a:cs typeface="Arial" panose="020B0604020202020204" pitchFamily="34" charset="0"/>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p:txBody>
      </p:sp>
      <p:grpSp>
        <p:nvGrpSpPr>
          <p:cNvPr id="16" name="Group 15">
            <a:extLst>
              <a:ext uri="{FF2B5EF4-FFF2-40B4-BE49-F238E27FC236}">
                <a16:creationId xmlns:a16="http://schemas.microsoft.com/office/drawing/2014/main" id="{81DDF9CA-F765-740D-C375-88D588BBFFC0}"/>
              </a:ext>
            </a:extLst>
          </p:cNvPr>
          <p:cNvGrpSpPr/>
          <p:nvPr userDrawn="1"/>
        </p:nvGrpSpPr>
        <p:grpSpPr>
          <a:xfrm>
            <a:off x="0" y="0"/>
            <a:ext cx="206477" cy="6908801"/>
            <a:chOff x="0" y="0"/>
            <a:chExt cx="206477" cy="6908801"/>
          </a:xfrm>
        </p:grpSpPr>
        <p:sp>
          <p:nvSpPr>
            <p:cNvPr id="17" name="AutoShape 3">
              <a:extLst>
                <a:ext uri="{FF2B5EF4-FFF2-40B4-BE49-F238E27FC236}">
                  <a16:creationId xmlns:a16="http://schemas.microsoft.com/office/drawing/2014/main" id="{ABE00C9F-8ED7-5299-8641-641E29F6F781}"/>
                </a:ext>
              </a:extLst>
            </p:cNvPr>
            <p:cNvSpPr/>
            <p:nvPr userDrawn="1"/>
          </p:nvSpPr>
          <p:spPr>
            <a:xfrm flipH="1">
              <a:off x="0" y="0"/>
              <a:ext cx="206477" cy="6858000"/>
            </a:xfrm>
            <a:prstGeom prst="rect">
              <a:avLst/>
            </a:prstGeom>
            <a:solidFill>
              <a:schemeClr val="accent2"/>
            </a:solidFill>
          </p:spPr>
          <p:txBody>
            <a:bodyPr/>
            <a:lstStyle/>
            <a:p>
              <a:endParaRPr lang="en-US"/>
            </a:p>
          </p:txBody>
        </p:sp>
        <p:sp>
          <p:nvSpPr>
            <p:cNvPr id="18" name="AutoShape 3">
              <a:extLst>
                <a:ext uri="{FF2B5EF4-FFF2-40B4-BE49-F238E27FC236}">
                  <a16:creationId xmlns:a16="http://schemas.microsoft.com/office/drawing/2014/main" id="{36F10CE3-4879-6F55-C048-170FCDAF0936}"/>
                </a:ext>
              </a:extLst>
            </p:cNvPr>
            <p:cNvSpPr/>
            <p:nvPr userDrawn="1"/>
          </p:nvSpPr>
          <p:spPr>
            <a:xfrm>
              <a:off x="0" y="0"/>
              <a:ext cx="45720" cy="6908801"/>
            </a:xfrm>
            <a:prstGeom prst="rect">
              <a:avLst/>
            </a:prstGeom>
            <a:solidFill>
              <a:schemeClr val="bg2"/>
            </a:solidFill>
          </p:spPr>
          <p:txBody>
            <a:bodyPr/>
            <a:lstStyle/>
            <a:p>
              <a:endParaRPr lang="en-US"/>
            </a:p>
          </p:txBody>
        </p:sp>
      </p:grpSp>
      <p:sp>
        <p:nvSpPr>
          <p:cNvPr id="19" name="Freeform 18">
            <a:extLst>
              <a:ext uri="{FF2B5EF4-FFF2-40B4-BE49-F238E27FC236}">
                <a16:creationId xmlns:a16="http://schemas.microsoft.com/office/drawing/2014/main" id="{374561C9-34E8-C210-5831-AC838A2391A8}"/>
              </a:ext>
            </a:extLst>
          </p:cNvPr>
          <p:cNvSpPr/>
          <p:nvPr userDrawn="1"/>
        </p:nvSpPr>
        <p:spPr>
          <a:xfrm>
            <a:off x="403335" y="6570528"/>
            <a:ext cx="1372133" cy="189871"/>
          </a:xfrm>
          <a:custGeom>
            <a:avLst/>
            <a:gdLst/>
            <a:ahLst/>
            <a:cxnLst/>
            <a:rect l="l" t="t" r="r" b="b"/>
            <a:pathLst>
              <a:path w="2910083" h="402687">
                <a:moveTo>
                  <a:pt x="0" y="0"/>
                </a:moveTo>
                <a:lnTo>
                  <a:pt x="2910083" y="0"/>
                </a:lnTo>
                <a:lnTo>
                  <a:pt x="2910083" y="402687"/>
                </a:lnTo>
                <a:lnTo>
                  <a:pt x="0" y="4026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solidFill>
                <a:schemeClr val="tx1"/>
              </a:solidFill>
            </a:endParaRPr>
          </a:p>
        </p:txBody>
      </p:sp>
      <p:sp>
        <p:nvSpPr>
          <p:cNvPr id="21" name="Text Placeholder 3">
            <a:extLst>
              <a:ext uri="{FF2B5EF4-FFF2-40B4-BE49-F238E27FC236}">
                <a16:creationId xmlns:a16="http://schemas.microsoft.com/office/drawing/2014/main" id="{39EB1D55-9B66-6DB3-09A6-62D98F5D88B9}"/>
              </a:ext>
            </a:extLst>
          </p:cNvPr>
          <p:cNvSpPr>
            <a:spLocks noGrp="1"/>
          </p:cNvSpPr>
          <p:nvPr>
            <p:ph type="body" sz="quarter" idx="14"/>
          </p:nvPr>
        </p:nvSpPr>
        <p:spPr>
          <a:xfrm>
            <a:off x="403335" y="974774"/>
            <a:ext cx="11525906" cy="278538"/>
          </a:xfrm>
          <a:prstGeom prst="rect">
            <a:avLst/>
          </a:prstGeom>
        </p:spPr>
        <p:txBody>
          <a:bodyPr vert="horz" wrap="square" lIns="0" tIns="0" rIns="0" bIns="0" rtlCol="0">
            <a:spAutoFit/>
          </a:bodyPr>
          <a:lstStyle>
            <a:lvl1pPr marL="0" indent="0">
              <a:buNone/>
              <a:defRPr lang="en-US" sz="2000" dirty="0">
                <a:solidFill>
                  <a:schemeClr val="accent1"/>
                </a:solidFill>
              </a:defRPr>
            </a:lvl1pPr>
          </a:lstStyle>
          <a:p>
            <a:pPr marL="174621" lvl="0" indent="-174621"/>
            <a:r>
              <a:rPr lang="en-US"/>
              <a:t>Click to edit Master text styles</a:t>
            </a:r>
          </a:p>
        </p:txBody>
      </p:sp>
      <p:sp>
        <p:nvSpPr>
          <p:cNvPr id="22" name="TextBox 21">
            <a:extLst>
              <a:ext uri="{FF2B5EF4-FFF2-40B4-BE49-F238E27FC236}">
                <a16:creationId xmlns:a16="http://schemas.microsoft.com/office/drawing/2014/main" id="{54FE43B4-0469-AE6B-DF82-30F8C9EF12F9}"/>
              </a:ext>
            </a:extLst>
          </p:cNvPr>
          <p:cNvSpPr txBox="1"/>
          <p:nvPr userDrawn="1"/>
        </p:nvSpPr>
        <p:spPr>
          <a:xfrm>
            <a:off x="11565988" y="6581599"/>
            <a:ext cx="363253" cy="169277"/>
          </a:xfrm>
          <a:prstGeom prst="rect">
            <a:avLst/>
          </a:prstGeom>
          <a:noFill/>
        </p:spPr>
        <p:txBody>
          <a:bodyPr wrap="square" lIns="0" tIns="0" rIns="0" bIns="0" rtlCol="0" anchor="b" anchorCtr="0">
            <a:spAutoFit/>
          </a:bodyPr>
          <a:lstStyle/>
          <a:p>
            <a:pPr algn="r"/>
            <a:fld id="{D0807A39-E1A1-D742-90F2-296DE3679287}" type="slidenum">
              <a:rPr lang="en-US" sz="1100" b="0" smtClean="0">
                <a:solidFill>
                  <a:schemeClr val="tx1"/>
                </a:solidFill>
                <a:latin typeface="Helvetica" pitchFamily="2" charset="0"/>
              </a:rPr>
              <a:pPr algn="r"/>
              <a:t>‹#›</a:t>
            </a:fld>
            <a:endParaRPr lang="en-US" sz="1100" b="0">
              <a:solidFill>
                <a:schemeClr val="tx1"/>
              </a:solidFill>
              <a:latin typeface="Helvetica" pitchFamily="2" charset="0"/>
            </a:endParaRPr>
          </a:p>
        </p:txBody>
      </p:sp>
      <p:sp>
        <p:nvSpPr>
          <p:cNvPr id="2" name="Title 12">
            <a:extLst>
              <a:ext uri="{FF2B5EF4-FFF2-40B4-BE49-F238E27FC236}">
                <a16:creationId xmlns:a16="http://schemas.microsoft.com/office/drawing/2014/main" id="{FF66725B-2A5C-ACFE-B9D8-F93F96C0F51A}"/>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latin typeface="Helvetica" pitchFamily="2" charset="0"/>
              </a:defRPr>
            </a:lvl1pPr>
          </a:lstStyle>
          <a:p>
            <a:pPr lvl="0"/>
            <a:r>
              <a:rPr lang="en-US"/>
              <a:t>Click to edit Master title style</a:t>
            </a:r>
          </a:p>
        </p:txBody>
      </p:sp>
    </p:spTree>
    <p:extLst>
      <p:ext uri="{BB962C8B-B14F-4D97-AF65-F5344CB8AC3E}">
        <p14:creationId xmlns:p14="http://schemas.microsoft.com/office/powerpoint/2010/main" val="1316915755"/>
      </p:ext>
    </p:extLst>
  </p:cSld>
  <p:clrMapOvr>
    <a:masterClrMapping/>
  </p:clrMapOvr>
  <p:transition spd="slow">
    <p:wipe dir="r"/>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 1/3">
    <p:spTree>
      <p:nvGrpSpPr>
        <p:cNvPr id="1" name=""/>
        <p:cNvGrpSpPr/>
        <p:nvPr/>
      </p:nvGrpSpPr>
      <p:grpSpPr>
        <a:xfrm>
          <a:off x="0" y="0"/>
          <a:ext cx="0" cy="0"/>
          <a:chOff x="0" y="0"/>
          <a:chExt cx="0" cy="0"/>
        </a:xfrm>
      </p:grpSpPr>
      <p:sp>
        <p:nvSpPr>
          <p:cNvPr id="8" name="RectangleLight">
            <a:extLst>
              <a:ext uri="{FF2B5EF4-FFF2-40B4-BE49-F238E27FC236}">
                <a16:creationId xmlns:a16="http://schemas.microsoft.com/office/drawing/2014/main" id="{4A7A32EA-1A07-4ABD-5AE0-E1A2F5BBD46D}"/>
              </a:ext>
            </a:extLst>
          </p:cNvPr>
          <p:cNvSpPr/>
          <p:nvPr>
            <p:custDataLst>
              <p:tags r:id="rId1"/>
            </p:custDataLst>
          </p:nvPr>
        </p:nvSpPr>
        <p:spPr bwMode="ltGray">
          <a:xfrm>
            <a:off x="6096000" y="0"/>
            <a:ext cx="6096000" cy="6857999"/>
          </a:xfrm>
          <a:prstGeom prst="rect">
            <a:avLst/>
          </a:prstGeom>
          <a:solidFill>
            <a:srgbClr val="E1EFFF">
              <a:alpha val="63137"/>
            </a:srgb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rtl="0"/>
            <a:endParaRPr lang="en-US" sz="1350">
              <a:solidFill>
                <a:srgbClr val="F0F0F0"/>
              </a:solidFill>
              <a:latin typeface="Arial" panose="020B0604020202020204" pitchFamily="34" charset="0"/>
            </a:endParaRPr>
          </a:p>
        </p:txBody>
      </p:sp>
      <p:grpSp>
        <p:nvGrpSpPr>
          <p:cNvPr id="4" name="Group 3">
            <a:extLst>
              <a:ext uri="{FF2B5EF4-FFF2-40B4-BE49-F238E27FC236}">
                <a16:creationId xmlns:a16="http://schemas.microsoft.com/office/drawing/2014/main" id="{74AF2F5A-267C-7CF2-ED3A-9E27E8A0222D}"/>
              </a:ext>
            </a:extLst>
          </p:cNvPr>
          <p:cNvGrpSpPr/>
          <p:nvPr userDrawn="1"/>
        </p:nvGrpSpPr>
        <p:grpSpPr>
          <a:xfrm>
            <a:off x="0" y="0"/>
            <a:ext cx="206477" cy="6908801"/>
            <a:chOff x="0" y="0"/>
            <a:chExt cx="206477" cy="6908801"/>
          </a:xfrm>
        </p:grpSpPr>
        <p:sp>
          <p:nvSpPr>
            <p:cNvPr id="5" name="AutoShape 3">
              <a:extLst>
                <a:ext uri="{FF2B5EF4-FFF2-40B4-BE49-F238E27FC236}">
                  <a16:creationId xmlns:a16="http://schemas.microsoft.com/office/drawing/2014/main" id="{03AA2204-2FC6-02D2-B8CF-2B5028DFE9C2}"/>
                </a:ext>
              </a:extLst>
            </p:cNvPr>
            <p:cNvSpPr/>
            <p:nvPr userDrawn="1"/>
          </p:nvSpPr>
          <p:spPr>
            <a:xfrm flipH="1">
              <a:off x="0" y="0"/>
              <a:ext cx="206477" cy="6858000"/>
            </a:xfrm>
            <a:prstGeom prst="rect">
              <a:avLst/>
            </a:prstGeom>
            <a:solidFill>
              <a:schemeClr val="accent2"/>
            </a:solidFill>
          </p:spPr>
          <p:txBody>
            <a:bodyPr/>
            <a:lstStyle/>
            <a:p>
              <a:endParaRPr lang="en-US">
                <a:latin typeface="Helvetica" pitchFamily="2" charset="0"/>
              </a:endParaRPr>
            </a:p>
          </p:txBody>
        </p:sp>
        <p:sp>
          <p:nvSpPr>
            <p:cNvPr id="6" name="AutoShape 3">
              <a:extLst>
                <a:ext uri="{FF2B5EF4-FFF2-40B4-BE49-F238E27FC236}">
                  <a16:creationId xmlns:a16="http://schemas.microsoft.com/office/drawing/2014/main" id="{FC86F4A7-2385-D2BB-2440-217F4E1F22BD}"/>
                </a:ext>
              </a:extLst>
            </p:cNvPr>
            <p:cNvSpPr/>
            <p:nvPr userDrawn="1"/>
          </p:nvSpPr>
          <p:spPr>
            <a:xfrm>
              <a:off x="0" y="0"/>
              <a:ext cx="45720" cy="6908801"/>
            </a:xfrm>
            <a:prstGeom prst="rect">
              <a:avLst/>
            </a:prstGeom>
            <a:solidFill>
              <a:schemeClr val="bg2"/>
            </a:solidFill>
          </p:spPr>
          <p:txBody>
            <a:bodyPr/>
            <a:lstStyle/>
            <a:p>
              <a:endParaRPr lang="en-US">
                <a:latin typeface="Helvetica" pitchFamily="2" charset="0"/>
              </a:endParaRPr>
            </a:p>
          </p:txBody>
        </p:sp>
      </p:grpSp>
      <p:sp>
        <p:nvSpPr>
          <p:cNvPr id="3" name="TextBox 2">
            <a:extLst>
              <a:ext uri="{FF2B5EF4-FFF2-40B4-BE49-F238E27FC236}">
                <a16:creationId xmlns:a16="http://schemas.microsoft.com/office/drawing/2014/main" id="{AFC2507D-C26C-395F-5E34-B100A5A6E6D7}"/>
              </a:ext>
            </a:extLst>
          </p:cNvPr>
          <p:cNvSpPr txBox="1"/>
          <p:nvPr userDrawn="1"/>
        </p:nvSpPr>
        <p:spPr>
          <a:xfrm>
            <a:off x="11565988" y="6572268"/>
            <a:ext cx="363253" cy="169277"/>
          </a:xfrm>
          <a:prstGeom prst="rect">
            <a:avLst/>
          </a:prstGeom>
          <a:noFill/>
        </p:spPr>
        <p:txBody>
          <a:bodyPr wrap="square" lIns="0" tIns="0" rIns="0" bIns="0" rtlCol="0" anchor="b" anchorCtr="0">
            <a:spAutoFit/>
          </a:bodyPr>
          <a:lstStyle/>
          <a:p>
            <a:pPr algn="r"/>
            <a:fld id="{D0807A39-E1A1-D742-90F2-296DE3679287}" type="slidenum">
              <a:rPr lang="en-US" sz="1100" b="0" smtClean="0">
                <a:solidFill>
                  <a:schemeClr val="tx1"/>
                </a:solidFill>
                <a:latin typeface="Helvetica" pitchFamily="2" charset="0"/>
              </a:rPr>
              <a:pPr algn="r"/>
              <a:t>‹#›</a:t>
            </a:fld>
            <a:endParaRPr lang="en-US" sz="1100" b="0">
              <a:solidFill>
                <a:schemeClr val="tx1"/>
              </a:solidFill>
              <a:latin typeface="Helvetica" pitchFamily="2" charset="0"/>
            </a:endParaRPr>
          </a:p>
        </p:txBody>
      </p:sp>
      <p:sp>
        <p:nvSpPr>
          <p:cNvPr id="7" name="Title 12">
            <a:extLst>
              <a:ext uri="{FF2B5EF4-FFF2-40B4-BE49-F238E27FC236}">
                <a16:creationId xmlns:a16="http://schemas.microsoft.com/office/drawing/2014/main" id="{B1754AF1-DB7A-A15A-CD15-618FEF40A09A}"/>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latin typeface="Helvetica" pitchFamily="2" charset="0"/>
              </a:defRPr>
            </a:lvl1pPr>
          </a:lstStyle>
          <a:p>
            <a:pPr lvl="0"/>
            <a:r>
              <a:rPr lang="en-US"/>
              <a:t>Click to edit Master title style</a:t>
            </a:r>
          </a:p>
        </p:txBody>
      </p:sp>
    </p:spTree>
    <p:extLst>
      <p:ext uri="{BB962C8B-B14F-4D97-AF65-F5344CB8AC3E}">
        <p14:creationId xmlns:p14="http://schemas.microsoft.com/office/powerpoint/2010/main" val="25083972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oard Approval">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A0E5FA5-41BD-270E-4947-C6693223252A}"/>
              </a:ext>
            </a:extLst>
          </p:cNvPr>
          <p:cNvGrpSpPr/>
          <p:nvPr userDrawn="1"/>
        </p:nvGrpSpPr>
        <p:grpSpPr>
          <a:xfrm>
            <a:off x="0" y="0"/>
            <a:ext cx="206477" cy="6908801"/>
            <a:chOff x="0" y="0"/>
            <a:chExt cx="206477" cy="6908801"/>
          </a:xfrm>
        </p:grpSpPr>
        <p:sp>
          <p:nvSpPr>
            <p:cNvPr id="3" name="AutoShape 3">
              <a:extLst>
                <a:ext uri="{FF2B5EF4-FFF2-40B4-BE49-F238E27FC236}">
                  <a16:creationId xmlns:a16="http://schemas.microsoft.com/office/drawing/2014/main" id="{9A26FF06-0896-4D9B-2012-193820CC3C7A}"/>
                </a:ext>
              </a:extLst>
            </p:cNvPr>
            <p:cNvSpPr/>
            <p:nvPr userDrawn="1"/>
          </p:nvSpPr>
          <p:spPr>
            <a:xfrm flipH="1">
              <a:off x="0" y="0"/>
              <a:ext cx="206477" cy="6858000"/>
            </a:xfrm>
            <a:prstGeom prst="rect">
              <a:avLst/>
            </a:prstGeom>
            <a:solidFill>
              <a:schemeClr val="accent2"/>
            </a:solidFill>
          </p:spPr>
          <p:txBody>
            <a:bodyPr/>
            <a:lstStyle/>
            <a:p>
              <a:endParaRPr lang="en-US"/>
            </a:p>
          </p:txBody>
        </p:sp>
        <p:sp>
          <p:nvSpPr>
            <p:cNvPr id="4" name="AutoShape 3">
              <a:extLst>
                <a:ext uri="{FF2B5EF4-FFF2-40B4-BE49-F238E27FC236}">
                  <a16:creationId xmlns:a16="http://schemas.microsoft.com/office/drawing/2014/main" id="{BDC5E80D-D7B0-9576-188F-D24F8AA41473}"/>
                </a:ext>
              </a:extLst>
            </p:cNvPr>
            <p:cNvSpPr/>
            <p:nvPr userDrawn="1"/>
          </p:nvSpPr>
          <p:spPr>
            <a:xfrm>
              <a:off x="0" y="0"/>
              <a:ext cx="45720" cy="6908801"/>
            </a:xfrm>
            <a:prstGeom prst="rect">
              <a:avLst/>
            </a:prstGeom>
            <a:solidFill>
              <a:schemeClr val="bg2"/>
            </a:solidFill>
          </p:spPr>
          <p:txBody>
            <a:bodyPr/>
            <a:lstStyle/>
            <a:p>
              <a:endParaRPr lang="en-US"/>
            </a:p>
          </p:txBody>
        </p:sp>
      </p:grpSp>
      <p:grpSp>
        <p:nvGrpSpPr>
          <p:cNvPr id="6" name="Group 5">
            <a:extLst>
              <a:ext uri="{FF2B5EF4-FFF2-40B4-BE49-F238E27FC236}">
                <a16:creationId xmlns:a16="http://schemas.microsoft.com/office/drawing/2014/main" id="{079714E6-5422-C5EE-AD5B-6979CA7DD0D2}"/>
              </a:ext>
            </a:extLst>
          </p:cNvPr>
          <p:cNvGrpSpPr/>
          <p:nvPr userDrawn="1"/>
        </p:nvGrpSpPr>
        <p:grpSpPr>
          <a:xfrm>
            <a:off x="591462" y="1585765"/>
            <a:ext cx="1050211" cy="1484631"/>
            <a:chOff x="454301" y="977106"/>
            <a:chExt cx="1050211" cy="759038"/>
          </a:xfrm>
        </p:grpSpPr>
        <p:sp>
          <p:nvSpPr>
            <p:cNvPr id="7" name="Rectangle: Rounded Corners 6">
              <a:extLst>
                <a:ext uri="{FF2B5EF4-FFF2-40B4-BE49-F238E27FC236}">
                  <a16:creationId xmlns:a16="http://schemas.microsoft.com/office/drawing/2014/main" id="{B7A561BA-BBD3-F823-66A0-90BEF71FA61A}"/>
                </a:ext>
              </a:extLst>
            </p:cNvPr>
            <p:cNvSpPr/>
            <p:nvPr/>
          </p:nvSpPr>
          <p:spPr>
            <a:xfrm>
              <a:off x="454301" y="977107"/>
              <a:ext cx="960120" cy="759037"/>
            </a:xfrm>
            <a:prstGeom prst="rect">
              <a:avLst/>
            </a:prstGeom>
            <a:solidFill>
              <a:schemeClr val="bg1">
                <a:lumMod val="8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ltLang="zh-CN" sz="900" b="1">
                <a:solidFill>
                  <a:srgbClr val="1B1D37"/>
                </a:solidFill>
                <a:ea typeface="黑体"/>
                <a:cs typeface="Arial"/>
              </a:endParaRPr>
            </a:p>
          </p:txBody>
        </p:sp>
        <p:sp>
          <p:nvSpPr>
            <p:cNvPr id="8" name="Rectangle: Rounded Corners 6">
              <a:extLst>
                <a:ext uri="{FF2B5EF4-FFF2-40B4-BE49-F238E27FC236}">
                  <a16:creationId xmlns:a16="http://schemas.microsoft.com/office/drawing/2014/main" id="{71DE20AE-5C02-A2BE-0A06-CE60D1888B4F}"/>
                </a:ext>
              </a:extLst>
            </p:cNvPr>
            <p:cNvSpPr/>
            <p:nvPr/>
          </p:nvSpPr>
          <p:spPr>
            <a:xfrm>
              <a:off x="1414421" y="977106"/>
              <a:ext cx="90091" cy="759038"/>
            </a:xfrm>
            <a:prstGeom prst="rect">
              <a:avLst/>
            </a:prstGeom>
            <a:solidFill>
              <a:srgbClr val="0A364A"/>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ltLang="zh-CN" sz="900" b="1">
                <a:solidFill>
                  <a:srgbClr val="FFFFFF"/>
                </a:solidFill>
                <a:latin typeface="Arial" panose="020B0604020202020204"/>
                <a:ea typeface="黑体" panose="02010609060101010101" pitchFamily="49" charset="-122"/>
              </a:endParaRPr>
            </a:p>
          </p:txBody>
        </p:sp>
      </p:grpSp>
      <p:sp>
        <p:nvSpPr>
          <p:cNvPr id="10" name="Rectangle: Rounded Corners 6">
            <a:extLst>
              <a:ext uri="{FF2B5EF4-FFF2-40B4-BE49-F238E27FC236}">
                <a16:creationId xmlns:a16="http://schemas.microsoft.com/office/drawing/2014/main" id="{0CDC08E7-59DF-827E-20C8-2B397E300E18}"/>
              </a:ext>
            </a:extLst>
          </p:cNvPr>
          <p:cNvSpPr/>
          <p:nvPr userDrawn="1"/>
        </p:nvSpPr>
        <p:spPr>
          <a:xfrm>
            <a:off x="578740" y="3435522"/>
            <a:ext cx="960120" cy="1683921"/>
          </a:xfrm>
          <a:prstGeom prst="rect">
            <a:avLst/>
          </a:prstGeom>
          <a:solidFill>
            <a:srgbClr val="E1E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51435" tIns="51435" rIns="51435" bIns="51435"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ltLang="zh-CN" sz="900" b="1">
              <a:solidFill>
                <a:srgbClr val="1B1D37"/>
              </a:solidFill>
              <a:ea typeface="黑体"/>
              <a:cs typeface="Arial"/>
            </a:endParaRPr>
          </a:p>
        </p:txBody>
      </p:sp>
      <p:sp>
        <p:nvSpPr>
          <p:cNvPr id="11" name="Rectangle: Rounded Corners 6">
            <a:extLst>
              <a:ext uri="{FF2B5EF4-FFF2-40B4-BE49-F238E27FC236}">
                <a16:creationId xmlns:a16="http://schemas.microsoft.com/office/drawing/2014/main" id="{916FB60C-825C-8BFD-A8D9-FBBCBA961413}"/>
              </a:ext>
            </a:extLst>
          </p:cNvPr>
          <p:cNvSpPr/>
          <p:nvPr userDrawn="1"/>
        </p:nvSpPr>
        <p:spPr>
          <a:xfrm>
            <a:off x="1513645" y="3435520"/>
            <a:ext cx="95017" cy="1683923"/>
          </a:xfrm>
          <a:prstGeom prst="rect">
            <a:avLst/>
          </a:prstGeom>
          <a:solidFill>
            <a:srgbClr val="6C849C"/>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51435" tIns="51435" rIns="51435" bIns="51435"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ltLang="zh-CN" sz="788" b="1">
              <a:solidFill>
                <a:srgbClr val="FFFFFF"/>
              </a:solidFill>
              <a:latin typeface="Arial" panose="020B0604020202020204"/>
              <a:ea typeface="黑体" panose="02010609060101010101" pitchFamily="49" charset="-122"/>
            </a:endParaRPr>
          </a:p>
        </p:txBody>
      </p:sp>
      <p:sp>
        <p:nvSpPr>
          <p:cNvPr id="12" name="Isosceles Triangle 11">
            <a:extLst>
              <a:ext uri="{FF2B5EF4-FFF2-40B4-BE49-F238E27FC236}">
                <a16:creationId xmlns:a16="http://schemas.microsoft.com/office/drawing/2014/main" id="{C78D6969-2D9B-EC75-A884-175201149313}"/>
              </a:ext>
            </a:extLst>
          </p:cNvPr>
          <p:cNvSpPr/>
          <p:nvPr userDrawn="1"/>
        </p:nvSpPr>
        <p:spPr>
          <a:xfrm rot="5400000">
            <a:off x="1588494" y="4158323"/>
            <a:ext cx="342900" cy="162959"/>
          </a:xfrm>
          <a:prstGeom prst="triangle">
            <a:avLst/>
          </a:prstGeom>
          <a:solidFill>
            <a:srgbClr val="E1E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a:defRPr/>
            </a:pPr>
            <a:endParaRPr lang="en-US" sz="1013">
              <a:solidFill>
                <a:srgbClr val="FFFFFF"/>
              </a:solidFill>
              <a:latin typeface="Arial" panose="020B0604020202020204"/>
            </a:endParaRPr>
          </a:p>
        </p:txBody>
      </p:sp>
      <p:sp>
        <p:nvSpPr>
          <p:cNvPr id="13" name="Text Placeholder 37">
            <a:extLst>
              <a:ext uri="{FF2B5EF4-FFF2-40B4-BE49-F238E27FC236}">
                <a16:creationId xmlns:a16="http://schemas.microsoft.com/office/drawing/2014/main" id="{75A76B6B-113B-A29A-1AC7-9CE1A7C96480}"/>
              </a:ext>
            </a:extLst>
          </p:cNvPr>
          <p:cNvSpPr>
            <a:spLocks noGrp="1"/>
          </p:cNvSpPr>
          <p:nvPr>
            <p:ph type="body" sz="quarter" idx="18"/>
          </p:nvPr>
        </p:nvSpPr>
        <p:spPr>
          <a:xfrm>
            <a:off x="628426" y="1653388"/>
            <a:ext cx="923925" cy="1242155"/>
          </a:xfrm>
        </p:spPr>
        <p:txBody>
          <a:bodyPr>
            <a:normAutofit/>
          </a:bodyPr>
          <a:lstStyle>
            <a:lvl1pPr marL="0" indent="0">
              <a:buNone/>
              <a:defRPr sz="1200"/>
            </a:lvl1pPr>
          </a:lstStyle>
          <a:p>
            <a:pPr lvl="0"/>
            <a:r>
              <a:rPr lang="en-US"/>
              <a:t>Click to edit Master text styles</a:t>
            </a:r>
          </a:p>
        </p:txBody>
      </p:sp>
      <p:sp>
        <p:nvSpPr>
          <p:cNvPr id="14" name="Text Placeholder 37">
            <a:extLst>
              <a:ext uri="{FF2B5EF4-FFF2-40B4-BE49-F238E27FC236}">
                <a16:creationId xmlns:a16="http://schemas.microsoft.com/office/drawing/2014/main" id="{03E8DBBB-415A-380A-E028-D4BC03A411D3}"/>
              </a:ext>
            </a:extLst>
          </p:cNvPr>
          <p:cNvSpPr>
            <a:spLocks noGrp="1"/>
          </p:cNvSpPr>
          <p:nvPr>
            <p:ph type="body" sz="quarter" idx="19"/>
          </p:nvPr>
        </p:nvSpPr>
        <p:spPr>
          <a:xfrm>
            <a:off x="586030" y="3440465"/>
            <a:ext cx="923925" cy="1631683"/>
          </a:xfrm>
        </p:spPr>
        <p:txBody>
          <a:bodyPr>
            <a:normAutofit/>
          </a:bodyPr>
          <a:lstStyle>
            <a:lvl1pPr marL="0" indent="0">
              <a:buNone/>
              <a:defRPr sz="1200"/>
            </a:lvl1pPr>
          </a:lstStyle>
          <a:p>
            <a:pPr lvl="0"/>
            <a:r>
              <a:rPr lang="en-US"/>
              <a:t>Click to edit Master text styles</a:t>
            </a:r>
          </a:p>
        </p:txBody>
      </p:sp>
      <p:grpSp>
        <p:nvGrpSpPr>
          <p:cNvPr id="20" name="Group 19">
            <a:extLst>
              <a:ext uri="{FF2B5EF4-FFF2-40B4-BE49-F238E27FC236}">
                <a16:creationId xmlns:a16="http://schemas.microsoft.com/office/drawing/2014/main" id="{A1D46FA5-062B-672C-CF6F-2487BC565B3E}"/>
              </a:ext>
            </a:extLst>
          </p:cNvPr>
          <p:cNvGrpSpPr/>
          <p:nvPr userDrawn="1"/>
        </p:nvGrpSpPr>
        <p:grpSpPr>
          <a:xfrm>
            <a:off x="591462" y="1225119"/>
            <a:ext cx="1050211" cy="1845278"/>
            <a:chOff x="454301" y="977106"/>
            <a:chExt cx="1050211" cy="759038"/>
          </a:xfrm>
          <a:solidFill>
            <a:srgbClr val="A7B5C4"/>
          </a:solidFill>
        </p:grpSpPr>
        <p:sp>
          <p:nvSpPr>
            <p:cNvPr id="21" name="Rectangle: Rounded Corners 6">
              <a:extLst>
                <a:ext uri="{FF2B5EF4-FFF2-40B4-BE49-F238E27FC236}">
                  <a16:creationId xmlns:a16="http://schemas.microsoft.com/office/drawing/2014/main" id="{EC3162A1-5212-E564-5575-D6F42C431B72}"/>
                </a:ext>
              </a:extLst>
            </p:cNvPr>
            <p:cNvSpPr/>
            <p:nvPr/>
          </p:nvSpPr>
          <p:spPr>
            <a:xfrm>
              <a:off x="454301" y="977107"/>
              <a:ext cx="960120" cy="759037"/>
            </a:xfrm>
            <a:prstGeom prst="rect">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ltLang="zh-CN" sz="900" b="1">
                <a:solidFill>
                  <a:srgbClr val="1B1D37"/>
                </a:solidFill>
                <a:ea typeface="黑体"/>
                <a:cs typeface="Arial"/>
              </a:endParaRPr>
            </a:p>
          </p:txBody>
        </p:sp>
        <p:sp>
          <p:nvSpPr>
            <p:cNvPr id="22" name="Rectangle: Rounded Corners 6">
              <a:extLst>
                <a:ext uri="{FF2B5EF4-FFF2-40B4-BE49-F238E27FC236}">
                  <a16:creationId xmlns:a16="http://schemas.microsoft.com/office/drawing/2014/main" id="{7E6C8474-5D5D-63DF-01AF-B5E3BE69C44A}"/>
                </a:ext>
              </a:extLst>
            </p:cNvPr>
            <p:cNvSpPr/>
            <p:nvPr/>
          </p:nvSpPr>
          <p:spPr>
            <a:xfrm>
              <a:off x="1414421" y="977106"/>
              <a:ext cx="90091" cy="759038"/>
            </a:xfrm>
            <a:prstGeom prst="rect">
              <a:avLst/>
            </a:prstGeom>
            <a:solidFill>
              <a:schemeClr val="bg2"/>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ltLang="zh-CN" sz="900" b="1">
                <a:solidFill>
                  <a:srgbClr val="FFFFFF"/>
                </a:solidFill>
                <a:latin typeface="Arial" panose="020B0604020202020204"/>
                <a:ea typeface="黑体" panose="02010609060101010101" pitchFamily="49" charset="-122"/>
              </a:endParaRPr>
            </a:p>
          </p:txBody>
        </p:sp>
      </p:grpSp>
      <p:sp>
        <p:nvSpPr>
          <p:cNvPr id="24" name="Rectangle: Rounded Corners 6">
            <a:extLst>
              <a:ext uri="{FF2B5EF4-FFF2-40B4-BE49-F238E27FC236}">
                <a16:creationId xmlns:a16="http://schemas.microsoft.com/office/drawing/2014/main" id="{D97E6B31-7AE9-35EC-E221-192B95F72FB4}"/>
              </a:ext>
            </a:extLst>
          </p:cNvPr>
          <p:cNvSpPr/>
          <p:nvPr userDrawn="1"/>
        </p:nvSpPr>
        <p:spPr>
          <a:xfrm>
            <a:off x="578740" y="3435522"/>
            <a:ext cx="972842" cy="1683921"/>
          </a:xfrm>
          <a:prstGeom prst="rect">
            <a:avLst/>
          </a:prstGeom>
          <a:solidFill>
            <a:srgbClr val="1D4D74"/>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51435" tIns="51435" rIns="51435" bIns="51435"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ltLang="zh-CN" sz="900" b="1">
              <a:solidFill>
                <a:srgbClr val="1B1D37"/>
              </a:solidFill>
              <a:ea typeface="黑体"/>
              <a:cs typeface="Arial"/>
            </a:endParaRPr>
          </a:p>
        </p:txBody>
      </p:sp>
      <p:sp>
        <p:nvSpPr>
          <p:cNvPr id="25" name="Rectangle: Rounded Corners 6">
            <a:extLst>
              <a:ext uri="{FF2B5EF4-FFF2-40B4-BE49-F238E27FC236}">
                <a16:creationId xmlns:a16="http://schemas.microsoft.com/office/drawing/2014/main" id="{D3E08CA4-F99C-18A8-79AB-88F2CD77160B}"/>
              </a:ext>
            </a:extLst>
          </p:cNvPr>
          <p:cNvSpPr/>
          <p:nvPr userDrawn="1"/>
        </p:nvSpPr>
        <p:spPr>
          <a:xfrm>
            <a:off x="1546149" y="3435520"/>
            <a:ext cx="95523" cy="1683923"/>
          </a:xfrm>
          <a:prstGeom prst="rect">
            <a:avLst/>
          </a:prstGeom>
          <a:solidFill>
            <a:schemeClr val="bg2"/>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51435" tIns="51435" rIns="51435" bIns="51435"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ltLang="zh-CN" sz="788" b="1">
              <a:solidFill>
                <a:srgbClr val="FFFFFF"/>
              </a:solidFill>
              <a:latin typeface="Arial" panose="020B0604020202020204"/>
              <a:ea typeface="黑体" panose="02010609060101010101" pitchFamily="49" charset="-122"/>
            </a:endParaRPr>
          </a:p>
        </p:txBody>
      </p:sp>
      <p:sp>
        <p:nvSpPr>
          <p:cNvPr id="32" name="TextBox 31">
            <a:extLst>
              <a:ext uri="{FF2B5EF4-FFF2-40B4-BE49-F238E27FC236}">
                <a16:creationId xmlns:a16="http://schemas.microsoft.com/office/drawing/2014/main" id="{EF8041E3-04CC-FAD8-AE7D-9D42B626833E}"/>
              </a:ext>
            </a:extLst>
          </p:cNvPr>
          <p:cNvSpPr txBox="1"/>
          <p:nvPr userDrawn="1"/>
        </p:nvSpPr>
        <p:spPr>
          <a:xfrm>
            <a:off x="11565988" y="6581599"/>
            <a:ext cx="363253" cy="169277"/>
          </a:xfrm>
          <a:prstGeom prst="rect">
            <a:avLst/>
          </a:prstGeom>
          <a:noFill/>
        </p:spPr>
        <p:txBody>
          <a:bodyPr wrap="square" lIns="0" tIns="0" rIns="0" bIns="0" rtlCol="0" anchor="b" anchorCtr="0">
            <a:spAutoFit/>
          </a:bodyPr>
          <a:lstStyle/>
          <a:p>
            <a:pPr algn="r"/>
            <a:fld id="{D0807A39-E1A1-D742-90F2-296DE3679287}" type="slidenum">
              <a:rPr lang="en-US" sz="1100" b="0" smtClean="0">
                <a:solidFill>
                  <a:schemeClr val="tx1"/>
                </a:solidFill>
                <a:latin typeface="Helvetica" pitchFamily="2" charset="0"/>
              </a:rPr>
              <a:pPr algn="r"/>
              <a:t>‹#›</a:t>
            </a:fld>
            <a:endParaRPr lang="en-US" sz="1100" b="0">
              <a:solidFill>
                <a:schemeClr val="tx1"/>
              </a:solidFill>
              <a:latin typeface="Helvetica" pitchFamily="2" charset="0"/>
            </a:endParaRPr>
          </a:p>
        </p:txBody>
      </p:sp>
      <p:sp>
        <p:nvSpPr>
          <p:cNvPr id="5" name="TextBox 4">
            <a:extLst>
              <a:ext uri="{FF2B5EF4-FFF2-40B4-BE49-F238E27FC236}">
                <a16:creationId xmlns:a16="http://schemas.microsoft.com/office/drawing/2014/main" id="{0C6F0B7A-FA9F-DDC8-01AC-230B9FE13C98}"/>
              </a:ext>
            </a:extLst>
          </p:cNvPr>
          <p:cNvSpPr txBox="1"/>
          <p:nvPr userDrawn="1"/>
        </p:nvSpPr>
        <p:spPr>
          <a:xfrm>
            <a:off x="516103" y="5845517"/>
            <a:ext cx="1798472" cy="736749"/>
          </a:xfrm>
          <a:prstGeom prst="rect">
            <a:avLst/>
          </a:prstGeom>
          <a:noFill/>
        </p:spPr>
        <p:txBody>
          <a:bodyPr wrap="none" lIns="91440" rtlCol="0">
            <a:noAutofit/>
          </a:bodyPr>
          <a:lstStyle/>
          <a:p>
            <a:pPr algn="l"/>
            <a:r>
              <a:rPr lang="en-US" sz="1200" u="sng"/>
              <a:t>PROPOSED </a:t>
            </a:r>
          </a:p>
          <a:p>
            <a:pPr algn="l"/>
            <a:r>
              <a:rPr lang="en-US" sz="1200" u="sng"/>
              <a:t>RESOLUTION</a:t>
            </a:r>
          </a:p>
        </p:txBody>
      </p:sp>
      <p:sp>
        <p:nvSpPr>
          <p:cNvPr id="9" name="Title 12">
            <a:extLst>
              <a:ext uri="{FF2B5EF4-FFF2-40B4-BE49-F238E27FC236}">
                <a16:creationId xmlns:a16="http://schemas.microsoft.com/office/drawing/2014/main" id="{BE3AD2B4-F545-77F5-8D8E-8F3BD565AE50}"/>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2"/>
                </a:solidFill>
                <a:latin typeface="Helvetica" pitchFamily="2" charset="0"/>
              </a:defRPr>
            </a:lvl1pPr>
          </a:lstStyle>
          <a:p>
            <a:pPr lvl="0"/>
            <a:r>
              <a:rPr lang="en-US"/>
              <a:t>Click to edit Master title style</a:t>
            </a:r>
          </a:p>
        </p:txBody>
      </p:sp>
    </p:spTree>
    <p:extLst>
      <p:ext uri="{BB962C8B-B14F-4D97-AF65-F5344CB8AC3E}">
        <p14:creationId xmlns:p14="http://schemas.microsoft.com/office/powerpoint/2010/main" val="34378517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Blank">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4FCCD94-FF40-E059-D1E7-776C90B54231}"/>
              </a:ext>
            </a:extLst>
          </p:cNvPr>
          <p:cNvGrpSpPr/>
          <p:nvPr userDrawn="1"/>
        </p:nvGrpSpPr>
        <p:grpSpPr>
          <a:xfrm>
            <a:off x="0" y="0"/>
            <a:ext cx="206477" cy="6908801"/>
            <a:chOff x="0" y="0"/>
            <a:chExt cx="206477" cy="6908801"/>
          </a:xfrm>
        </p:grpSpPr>
        <p:sp>
          <p:nvSpPr>
            <p:cNvPr id="3" name="AutoShape 3">
              <a:extLst>
                <a:ext uri="{FF2B5EF4-FFF2-40B4-BE49-F238E27FC236}">
                  <a16:creationId xmlns:a16="http://schemas.microsoft.com/office/drawing/2014/main" id="{FCB44A3A-0E90-1194-1EE7-210F43B3DF9F}"/>
                </a:ext>
              </a:extLst>
            </p:cNvPr>
            <p:cNvSpPr/>
            <p:nvPr userDrawn="1"/>
          </p:nvSpPr>
          <p:spPr>
            <a:xfrm flipH="1">
              <a:off x="0" y="0"/>
              <a:ext cx="206477" cy="6858000"/>
            </a:xfrm>
            <a:prstGeom prst="rect">
              <a:avLst/>
            </a:prstGeom>
            <a:solidFill>
              <a:schemeClr val="accent2"/>
            </a:solidFill>
          </p:spPr>
          <p:txBody>
            <a:bodyPr/>
            <a:lstStyle/>
            <a:p>
              <a:endParaRPr lang="en-US"/>
            </a:p>
          </p:txBody>
        </p:sp>
        <p:sp>
          <p:nvSpPr>
            <p:cNvPr id="4" name="AutoShape 3">
              <a:extLst>
                <a:ext uri="{FF2B5EF4-FFF2-40B4-BE49-F238E27FC236}">
                  <a16:creationId xmlns:a16="http://schemas.microsoft.com/office/drawing/2014/main" id="{8CB408F6-9DAE-AE3C-20F7-BA2F19DBB19C}"/>
                </a:ext>
              </a:extLst>
            </p:cNvPr>
            <p:cNvSpPr/>
            <p:nvPr userDrawn="1"/>
          </p:nvSpPr>
          <p:spPr>
            <a:xfrm>
              <a:off x="0" y="0"/>
              <a:ext cx="45720" cy="6908801"/>
            </a:xfrm>
            <a:prstGeom prst="rect">
              <a:avLst/>
            </a:prstGeom>
            <a:solidFill>
              <a:schemeClr val="bg2"/>
            </a:solidFill>
          </p:spPr>
          <p:txBody>
            <a:bodyPr/>
            <a:lstStyle/>
            <a:p>
              <a:endParaRPr lang="en-US"/>
            </a:p>
          </p:txBody>
        </p:sp>
      </p:grpSp>
    </p:spTree>
    <p:extLst>
      <p:ext uri="{BB962C8B-B14F-4D97-AF65-F5344CB8AC3E}">
        <p14:creationId xmlns:p14="http://schemas.microsoft.com/office/powerpoint/2010/main" val="9789873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4E472C4-AF64-6D0E-D957-B55187C8307F}"/>
              </a:ext>
            </a:extLst>
          </p:cNvPr>
          <p:cNvSpPr>
            <a:spLocks noGrp="1"/>
          </p:cNvSpPr>
          <p:nvPr>
            <p:ph type="ftr" sz="quarter" idx="17"/>
          </p:nvPr>
        </p:nvSpPr>
        <p:spPr/>
        <p:txBody>
          <a:bodyPr/>
          <a:lstStyle>
            <a:lvl1pPr>
              <a:defRPr>
                <a:solidFill>
                  <a:schemeClr val="tx1"/>
                </a:solidFill>
              </a:defRPr>
            </a:lvl1pPr>
          </a:lstStyle>
          <a:p>
            <a:endParaRPr lang="en-US"/>
          </a:p>
        </p:txBody>
      </p:sp>
      <p:sp>
        <p:nvSpPr>
          <p:cNvPr id="8" name="Title 7">
            <a:extLst>
              <a:ext uri="{FF2B5EF4-FFF2-40B4-BE49-F238E27FC236}">
                <a16:creationId xmlns:a16="http://schemas.microsoft.com/office/drawing/2014/main" id="{DAA68400-8472-FD91-DEDF-6CCB6D910AF5}"/>
              </a:ext>
            </a:extLst>
          </p:cNvPr>
          <p:cNvSpPr>
            <a:spLocks noGrp="1"/>
          </p:cNvSpPr>
          <p:nvPr>
            <p:ph type="title"/>
          </p:nvPr>
        </p:nvSpPr>
        <p:spPr>
          <a:xfrm>
            <a:off x="548640" y="237744"/>
            <a:ext cx="11094720" cy="640080"/>
          </a:xfrm>
        </p:spPr>
        <p:txBody>
          <a:bodyPr anchor="t" anchorCtr="0"/>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734541390"/>
      </p:ext>
    </p:extLst>
  </p:cSld>
  <p:clrMapOvr>
    <a:masterClrMapping/>
  </p:clrMapOvr>
  <p:hf hdr="0" ft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cSld name="Title Only - 1/4">
    <p:spTree>
      <p:nvGrpSpPr>
        <p:cNvPr id="1" name=""/>
        <p:cNvGrpSpPr/>
        <p:nvPr/>
      </p:nvGrpSpPr>
      <p:grpSpPr>
        <a:xfrm>
          <a:off x="0" y="0"/>
          <a:ext cx="0" cy="0"/>
          <a:chOff x="0" y="0"/>
          <a:chExt cx="0" cy="0"/>
        </a:xfrm>
      </p:grpSpPr>
      <p:sp>
        <p:nvSpPr>
          <p:cNvPr id="3" name="RectangleLight">
            <a:extLst>
              <a:ext uri="{FF2B5EF4-FFF2-40B4-BE49-F238E27FC236}">
                <a16:creationId xmlns:a16="http://schemas.microsoft.com/office/drawing/2014/main" id="{9A1ABDB3-2C08-EC32-207F-35626CB32510}"/>
              </a:ext>
            </a:extLst>
          </p:cNvPr>
          <p:cNvSpPr/>
          <p:nvPr userDrawn="1">
            <p:custDataLst>
              <p:tags r:id="rId1"/>
            </p:custDataLst>
          </p:nvPr>
        </p:nvSpPr>
        <p:spPr bwMode="ltGray">
          <a:xfrm>
            <a:off x="8140823" y="1"/>
            <a:ext cx="4051177" cy="6857999"/>
          </a:xfrm>
          <a:prstGeom prst="rect">
            <a:avLst/>
          </a:prstGeom>
          <a:solidFill>
            <a:srgbClr val="E1EFFF">
              <a:alpha val="63137"/>
            </a:srgb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rtl="0"/>
            <a:endParaRPr lang="en-US" sz="1350">
              <a:solidFill>
                <a:srgbClr val="F0F0F0"/>
              </a:solidFill>
              <a:latin typeface="Arial" panose="020B0604020202020204" pitchFamily="34" charset="0"/>
            </a:endParaRPr>
          </a:p>
        </p:txBody>
      </p:sp>
      <p:sp>
        <p:nvSpPr>
          <p:cNvPr id="2" name="Title 1">
            <a:extLst>
              <a:ext uri="{FF2B5EF4-FFF2-40B4-BE49-F238E27FC236}">
                <a16:creationId xmlns:a16="http://schemas.microsoft.com/office/drawing/2014/main" id="{781D19DC-2CFC-43B4-9AE4-76B291CAE6AB}"/>
              </a:ext>
            </a:extLst>
          </p:cNvPr>
          <p:cNvSpPr>
            <a:spLocks noGrp="1"/>
          </p:cNvSpPr>
          <p:nvPr>
            <p:ph type="title"/>
          </p:nvPr>
        </p:nvSpPr>
        <p:spPr>
          <a:xfrm>
            <a:off x="548640" y="237744"/>
            <a:ext cx="8375227" cy="640080"/>
          </a:xfrm>
        </p:spPr>
        <p:txBody>
          <a:bodyPr>
            <a:noAutofit/>
          </a:bodyPr>
          <a:lstStyle/>
          <a:p>
            <a:r>
              <a:rPr lang="en-US"/>
              <a:t>Click to edit Master title style</a:t>
            </a:r>
          </a:p>
        </p:txBody>
      </p:sp>
      <p:sp>
        <p:nvSpPr>
          <p:cNvPr id="5" name="TextBox 4">
            <a:extLst>
              <a:ext uri="{FF2B5EF4-FFF2-40B4-BE49-F238E27FC236}">
                <a16:creationId xmlns:a16="http://schemas.microsoft.com/office/drawing/2014/main" id="{B5F839AB-69C3-38E8-A92E-58DE8236B1A3}"/>
              </a:ext>
            </a:extLst>
          </p:cNvPr>
          <p:cNvSpPr txBox="1"/>
          <p:nvPr userDrawn="1"/>
        </p:nvSpPr>
        <p:spPr>
          <a:xfrm>
            <a:off x="11699119" y="6651098"/>
            <a:ext cx="244256" cy="123111"/>
          </a:xfrm>
          <a:prstGeom prst="rect">
            <a:avLst/>
          </a:prstGeom>
          <a:noFill/>
        </p:spPr>
        <p:txBody>
          <a:bodyPr wrap="square" lIns="0" tIns="0" rIns="0" bIns="0" rtlCol="0" anchor="b" anchorCtr="0">
            <a:spAutoFit/>
          </a:bodyPr>
          <a:lstStyle/>
          <a:p>
            <a:pPr marL="0" marR="0" lvl="0" indent="0" algn="r" defTabSz="685732" rtl="0" eaLnBrk="1" fontAlgn="auto" latinLnBrk="0" hangingPunct="1">
              <a:lnSpc>
                <a:spcPct val="100000"/>
              </a:lnSpc>
              <a:spcBef>
                <a:spcPts val="0"/>
              </a:spcBef>
              <a:spcAft>
                <a:spcPts val="0"/>
              </a:spcAft>
              <a:buClrTx/>
              <a:buSzTx/>
              <a:buFontTx/>
              <a:buNone/>
              <a:tabLst/>
              <a:defRPr/>
            </a:pPr>
            <a:endParaRPr lang="en-US" sz="800" b="0" i="0" spc="68" baseline="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79578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Board Approval">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A0E5FA5-41BD-270E-4947-C6693223252A}"/>
              </a:ext>
            </a:extLst>
          </p:cNvPr>
          <p:cNvGrpSpPr/>
          <p:nvPr userDrawn="1"/>
        </p:nvGrpSpPr>
        <p:grpSpPr>
          <a:xfrm>
            <a:off x="0" y="0"/>
            <a:ext cx="206477" cy="6908801"/>
            <a:chOff x="0" y="0"/>
            <a:chExt cx="206477" cy="6908801"/>
          </a:xfrm>
        </p:grpSpPr>
        <p:sp>
          <p:nvSpPr>
            <p:cNvPr id="3" name="AutoShape 3">
              <a:extLst>
                <a:ext uri="{FF2B5EF4-FFF2-40B4-BE49-F238E27FC236}">
                  <a16:creationId xmlns:a16="http://schemas.microsoft.com/office/drawing/2014/main" id="{9A26FF06-0896-4D9B-2012-193820CC3C7A}"/>
                </a:ext>
              </a:extLst>
            </p:cNvPr>
            <p:cNvSpPr/>
            <p:nvPr userDrawn="1"/>
          </p:nvSpPr>
          <p:spPr>
            <a:xfrm flipH="1">
              <a:off x="0" y="0"/>
              <a:ext cx="206477" cy="6858000"/>
            </a:xfrm>
            <a:prstGeom prst="rect">
              <a:avLst/>
            </a:prstGeom>
            <a:solidFill>
              <a:schemeClr val="accent2"/>
            </a:solidFill>
          </p:spPr>
          <p:txBody>
            <a:bodyPr/>
            <a:lstStyle/>
            <a:p>
              <a:endParaRPr lang="en-US"/>
            </a:p>
          </p:txBody>
        </p:sp>
        <p:sp>
          <p:nvSpPr>
            <p:cNvPr id="4" name="AutoShape 3">
              <a:extLst>
                <a:ext uri="{FF2B5EF4-FFF2-40B4-BE49-F238E27FC236}">
                  <a16:creationId xmlns:a16="http://schemas.microsoft.com/office/drawing/2014/main" id="{BDC5E80D-D7B0-9576-188F-D24F8AA41473}"/>
                </a:ext>
              </a:extLst>
            </p:cNvPr>
            <p:cNvSpPr/>
            <p:nvPr userDrawn="1"/>
          </p:nvSpPr>
          <p:spPr>
            <a:xfrm>
              <a:off x="0" y="0"/>
              <a:ext cx="45720" cy="6908801"/>
            </a:xfrm>
            <a:prstGeom prst="rect">
              <a:avLst/>
            </a:prstGeom>
            <a:solidFill>
              <a:schemeClr val="bg2"/>
            </a:solidFill>
          </p:spPr>
          <p:txBody>
            <a:bodyPr/>
            <a:lstStyle/>
            <a:p>
              <a:endParaRPr lang="en-US"/>
            </a:p>
          </p:txBody>
        </p:sp>
      </p:grpSp>
      <p:sp>
        <p:nvSpPr>
          <p:cNvPr id="29" name="Title 12">
            <a:extLst>
              <a:ext uri="{FF2B5EF4-FFF2-40B4-BE49-F238E27FC236}">
                <a16:creationId xmlns:a16="http://schemas.microsoft.com/office/drawing/2014/main" id="{3BC433B9-7485-2568-C2F3-CC2566AD648B}"/>
              </a:ext>
            </a:extLst>
          </p:cNvPr>
          <p:cNvSpPr>
            <a:spLocks noGrp="1"/>
          </p:cNvSpPr>
          <p:nvPr>
            <p:ph type="title"/>
          </p:nvPr>
        </p:nvSpPr>
        <p:spPr>
          <a:xfrm>
            <a:off x="571500" y="287573"/>
            <a:ext cx="11225267" cy="647699"/>
          </a:xfrm>
          <a:prstGeom prst="rect">
            <a:avLst/>
          </a:prstGeom>
        </p:spPr>
        <p:txBody>
          <a:bodyPr vert="horz" lIns="0" tIns="0" rIns="0" bIns="0" rtlCol="0" anchor="t" anchorCtr="0">
            <a:normAutofit/>
          </a:bodyPr>
          <a:lstStyle>
            <a:lvl1pPr>
              <a:defRPr lang="en-US" sz="2800">
                <a:solidFill>
                  <a:schemeClr val="tx2"/>
                </a:solidFill>
                <a:latin typeface="Arial" panose="020B0604020202020204" pitchFamily="34" charset="0"/>
                <a:cs typeface="Arial" panose="020B0604020202020204" pitchFamily="34" charset="0"/>
              </a:defRPr>
            </a:lvl1pPr>
          </a:lstStyle>
          <a:p>
            <a:pPr lvl="0"/>
            <a:r>
              <a:rPr lang="en-US"/>
              <a:t>Click to edit Master title style</a:t>
            </a:r>
          </a:p>
        </p:txBody>
      </p:sp>
    </p:spTree>
    <p:extLst>
      <p:ext uri="{BB962C8B-B14F-4D97-AF65-F5344CB8AC3E}">
        <p14:creationId xmlns:p14="http://schemas.microsoft.com/office/powerpoint/2010/main" val="23908475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_Title Only - 1/4">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F7E25B1-DB98-2EB7-648A-EF815D09E7D8}"/>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076" name="think-cell Slide" r:id="rId5" imgW="370" imgH="371" progId="TCLayout.ActiveDocument.1">
                  <p:embed/>
                </p:oleObj>
              </mc:Choice>
              <mc:Fallback>
                <p:oleObj name="think-cell Slide" r:id="rId5" imgW="370" imgH="371" progId="TCLayout.ActiveDocument.1">
                  <p:embed/>
                  <p:pic>
                    <p:nvPicPr>
                      <p:cNvPr id="5" name="think-cell data - do not delete" hidden="1">
                        <a:extLst>
                          <a:ext uri="{FF2B5EF4-FFF2-40B4-BE49-F238E27FC236}">
                            <a16:creationId xmlns:a16="http://schemas.microsoft.com/office/drawing/2014/main" id="{2F7E25B1-DB98-2EB7-648A-EF815D09E7D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Light">
            <a:extLst>
              <a:ext uri="{FF2B5EF4-FFF2-40B4-BE49-F238E27FC236}">
                <a16:creationId xmlns:a16="http://schemas.microsoft.com/office/drawing/2014/main" id="{9A1ABDB3-2C08-EC32-207F-35626CB32510}"/>
              </a:ext>
            </a:extLst>
          </p:cNvPr>
          <p:cNvSpPr/>
          <p:nvPr userDrawn="1">
            <p:custDataLst>
              <p:tags r:id="rId3"/>
            </p:custDataLst>
          </p:nvPr>
        </p:nvSpPr>
        <p:spPr bwMode="ltGray">
          <a:xfrm>
            <a:off x="7961243" y="1"/>
            <a:ext cx="4230757" cy="6857999"/>
          </a:xfrm>
          <a:prstGeom prst="rect">
            <a:avLst/>
          </a:prstGeom>
          <a:solidFill>
            <a:srgbClr val="E1EFFF">
              <a:alpha val="63137"/>
            </a:srgb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rtl="0"/>
            <a:endParaRPr lang="en-US" sz="1350">
              <a:solidFill>
                <a:srgbClr val="F0F0F0"/>
              </a:solidFill>
              <a:latin typeface="Arial" panose="020B0604020202020204" pitchFamily="34" charset="0"/>
            </a:endParaRPr>
          </a:p>
        </p:txBody>
      </p:sp>
      <p:sp>
        <p:nvSpPr>
          <p:cNvPr id="2" name="Title 1">
            <a:extLst>
              <a:ext uri="{FF2B5EF4-FFF2-40B4-BE49-F238E27FC236}">
                <a16:creationId xmlns:a16="http://schemas.microsoft.com/office/drawing/2014/main" id="{781D19DC-2CFC-43B4-9AE4-76B291CAE6AB}"/>
              </a:ext>
            </a:extLst>
          </p:cNvPr>
          <p:cNvSpPr>
            <a:spLocks noGrp="1"/>
          </p:cNvSpPr>
          <p:nvPr>
            <p:ph type="title"/>
          </p:nvPr>
        </p:nvSpPr>
        <p:spPr>
          <a:xfrm>
            <a:off x="548640" y="209463"/>
            <a:ext cx="8375227" cy="640080"/>
          </a:xfrm>
        </p:spPr>
        <p:txBody>
          <a:bodyPr vert="horz">
            <a:noAutofit/>
          </a:bodyPr>
          <a:lstStyle/>
          <a:p>
            <a:r>
              <a:rPr lang="en-US"/>
              <a:t>Click to edit Master title style</a:t>
            </a:r>
          </a:p>
        </p:txBody>
      </p:sp>
      <p:sp>
        <p:nvSpPr>
          <p:cNvPr id="13" name="Text Placeholder 6">
            <a:extLst>
              <a:ext uri="{FF2B5EF4-FFF2-40B4-BE49-F238E27FC236}">
                <a16:creationId xmlns:a16="http://schemas.microsoft.com/office/drawing/2014/main" id="{647A85C5-07F2-4CCE-BD40-5FC2C2CB9C83}"/>
              </a:ext>
            </a:extLst>
          </p:cNvPr>
          <p:cNvSpPr>
            <a:spLocks noGrp="1"/>
          </p:cNvSpPr>
          <p:nvPr>
            <p:ph type="body" sz="quarter" idx="14"/>
          </p:nvPr>
        </p:nvSpPr>
        <p:spPr>
          <a:xfrm>
            <a:off x="8040757" y="877824"/>
            <a:ext cx="3808736" cy="5646800"/>
          </a:xfrm>
        </p:spPr>
        <p:txBody>
          <a:bodyPr>
            <a:normAutofit/>
          </a:bodyPr>
          <a:lstStyle>
            <a:lvl1pPr>
              <a:defRPr sz="1200">
                <a:solidFill>
                  <a:schemeClr val="tx2"/>
                </a:solidFill>
              </a:defRPr>
            </a:lvl1pPr>
          </a:lstStyle>
          <a:p>
            <a:pPr lvl="0"/>
            <a:r>
              <a:rPr lang="en-US"/>
              <a:t>Edit Master text styles</a:t>
            </a:r>
          </a:p>
        </p:txBody>
      </p:sp>
    </p:spTree>
    <p:extLst>
      <p:ext uri="{BB962C8B-B14F-4D97-AF65-F5344CB8AC3E}">
        <p14:creationId xmlns:p14="http://schemas.microsoft.com/office/powerpoint/2010/main" val="3846333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Four Category">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13ACD0F3-6F1C-D1D7-F8DB-A8FED2114E7F}"/>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100" name="think-cell Slide" r:id="rId4" imgW="370" imgH="371" progId="TCLayout.ActiveDocument.1">
                  <p:embed/>
                </p:oleObj>
              </mc:Choice>
              <mc:Fallback>
                <p:oleObj name="think-cell Slide" r:id="rId4" imgW="370" imgH="371" progId="TCLayout.ActiveDocument.1">
                  <p:embed/>
                  <p:pic>
                    <p:nvPicPr>
                      <p:cNvPr id="18" name="think-cell data - do not delete" hidden="1">
                        <a:extLst>
                          <a:ext uri="{FF2B5EF4-FFF2-40B4-BE49-F238E27FC236}">
                            <a16:creationId xmlns:a16="http://schemas.microsoft.com/office/drawing/2014/main" id="{13ACD0F3-6F1C-D1D7-F8DB-A8FED2114E7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5" name="Content Placeholder 4">
            <a:extLst>
              <a:ext uri="{FF2B5EF4-FFF2-40B4-BE49-F238E27FC236}">
                <a16:creationId xmlns:a16="http://schemas.microsoft.com/office/drawing/2014/main" id="{4A0C9575-755B-D70F-4D35-CD727B8905FA}"/>
              </a:ext>
            </a:extLst>
          </p:cNvPr>
          <p:cNvSpPr>
            <a:spLocks noGrp="1"/>
          </p:cNvSpPr>
          <p:nvPr>
            <p:ph sz="quarter" idx="24"/>
          </p:nvPr>
        </p:nvSpPr>
        <p:spPr>
          <a:xfrm>
            <a:off x="9159240" y="2474268"/>
            <a:ext cx="2468880" cy="3603323"/>
          </a:xfrm>
          <a:prstGeom prst="rect">
            <a:avLst/>
          </a:prstGeom>
        </p:spPr>
        <p:txBody>
          <a:bodyPr lIns="0" tIns="0" rIns="0" bIns="0">
            <a:normAutofit/>
          </a:bodyPr>
          <a:lstStyle>
            <a:lvl1pPr marL="0" indent="0">
              <a:buNone/>
              <a:defRPr sz="1400" spc="38" baseline="0">
                <a:latin typeface="Helvetica" pitchFamily="2" charset="0"/>
                <a:cs typeface="Arial" panose="020B0604020202020204" pitchFamily="34" charset="0"/>
              </a:defRPr>
            </a:lvl1pPr>
            <a:lvl2pPr marL="0" indent="-137147">
              <a:buClr>
                <a:srgbClr val="C0D9F3"/>
              </a:buClr>
              <a:buFont typeface="Arial" panose="020B0604020202020204" pitchFamily="34" charset="0"/>
              <a:buChar char="•"/>
              <a:defRPr sz="1400" spc="38" baseline="0">
                <a:latin typeface="Helvetica" pitchFamily="2" charset="0"/>
                <a:cs typeface="Arial" panose="020B0604020202020204" pitchFamily="34" charset="0"/>
              </a:defRPr>
            </a:lvl2pPr>
            <a:lvl3pPr marL="274295" indent="-137147">
              <a:buClr>
                <a:schemeClr val="tx1"/>
              </a:buClr>
              <a:buFont typeface="Arial" panose="020B0604020202020204" pitchFamily="34" charset="0"/>
              <a:buChar char="•"/>
              <a:defRPr sz="1200" spc="38" baseline="0">
                <a:latin typeface="Helvetica" pitchFamily="2" charset="0"/>
                <a:cs typeface="Arial" panose="020B0604020202020204" pitchFamily="34" charset="0"/>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p:txBody>
      </p:sp>
      <p:sp>
        <p:nvSpPr>
          <p:cNvPr id="17" name="Content Placeholder 3">
            <a:extLst>
              <a:ext uri="{FF2B5EF4-FFF2-40B4-BE49-F238E27FC236}">
                <a16:creationId xmlns:a16="http://schemas.microsoft.com/office/drawing/2014/main" id="{AFE61788-934A-7B60-2A2F-0DB0BB719BC6}"/>
              </a:ext>
            </a:extLst>
          </p:cNvPr>
          <p:cNvSpPr>
            <a:spLocks noGrp="1"/>
          </p:cNvSpPr>
          <p:nvPr>
            <p:ph sz="quarter" idx="20"/>
          </p:nvPr>
        </p:nvSpPr>
        <p:spPr>
          <a:xfrm>
            <a:off x="6294120" y="2474268"/>
            <a:ext cx="2468880" cy="3603323"/>
          </a:xfrm>
          <a:prstGeom prst="rect">
            <a:avLst/>
          </a:prstGeom>
        </p:spPr>
        <p:txBody>
          <a:bodyPr lIns="0" tIns="0" rIns="0" bIns="0">
            <a:normAutofit/>
          </a:bodyPr>
          <a:lstStyle>
            <a:lvl1pPr marL="0" indent="0">
              <a:buNone/>
              <a:defRPr sz="1400" spc="38" baseline="0">
                <a:latin typeface="Helvetica" pitchFamily="2" charset="0"/>
                <a:cs typeface="Arial" panose="020B0604020202020204" pitchFamily="34" charset="0"/>
              </a:defRPr>
            </a:lvl1pPr>
            <a:lvl2pPr marL="0" indent="-137147">
              <a:buClr>
                <a:schemeClr val="accent1"/>
              </a:buClr>
              <a:buFont typeface="Wingdings" pitchFamily="2" charset="2"/>
              <a:buChar char="§"/>
              <a:defRPr sz="1400" spc="38" baseline="0">
                <a:latin typeface="Helvetica" pitchFamily="2" charset="0"/>
                <a:cs typeface="Arial" panose="020B0604020202020204" pitchFamily="34" charset="0"/>
              </a:defRPr>
            </a:lvl2pPr>
            <a:lvl3pPr marL="274295" indent="-137147">
              <a:buClr>
                <a:schemeClr val="tx1"/>
              </a:buClr>
              <a:buFont typeface="Arial" panose="020B0604020202020204" pitchFamily="34" charset="0"/>
              <a:buChar char="•"/>
              <a:defRPr sz="1200" spc="38" baseline="0">
                <a:latin typeface="Helvetica" pitchFamily="2" charset="0"/>
                <a:cs typeface="Arial" panose="020B0604020202020204" pitchFamily="34" charset="0"/>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p:txBody>
      </p:sp>
      <p:sp>
        <p:nvSpPr>
          <p:cNvPr id="15" name="Content Placeholder 2">
            <a:extLst>
              <a:ext uri="{FF2B5EF4-FFF2-40B4-BE49-F238E27FC236}">
                <a16:creationId xmlns:a16="http://schemas.microsoft.com/office/drawing/2014/main" id="{1A4E5782-30B2-D484-44B5-A758140688C3}"/>
              </a:ext>
            </a:extLst>
          </p:cNvPr>
          <p:cNvSpPr>
            <a:spLocks noGrp="1"/>
          </p:cNvSpPr>
          <p:nvPr>
            <p:ph sz="quarter" idx="19"/>
          </p:nvPr>
        </p:nvSpPr>
        <p:spPr>
          <a:xfrm>
            <a:off x="3438279" y="2474268"/>
            <a:ext cx="2468880" cy="3603323"/>
          </a:xfrm>
          <a:prstGeom prst="rect">
            <a:avLst/>
          </a:prstGeom>
        </p:spPr>
        <p:txBody>
          <a:bodyPr lIns="0" tIns="0" rIns="0" bIns="0">
            <a:normAutofit/>
          </a:bodyPr>
          <a:lstStyle>
            <a:lvl1pPr marL="0" indent="0">
              <a:buNone/>
              <a:defRPr sz="1400" spc="38" baseline="0">
                <a:latin typeface="Helvetica" pitchFamily="2" charset="0"/>
                <a:cs typeface="Arial" panose="020B0604020202020204" pitchFamily="34" charset="0"/>
              </a:defRPr>
            </a:lvl1pPr>
            <a:lvl2pPr marL="0" indent="-137147">
              <a:buClr>
                <a:schemeClr val="bg2"/>
              </a:buClr>
              <a:buFont typeface="Wingdings" pitchFamily="2" charset="2"/>
              <a:buChar char="§"/>
              <a:defRPr sz="1400" spc="38" baseline="0">
                <a:latin typeface="Helvetica" pitchFamily="2" charset="0"/>
                <a:cs typeface="Arial" panose="020B0604020202020204" pitchFamily="34" charset="0"/>
              </a:defRPr>
            </a:lvl2pPr>
            <a:lvl3pPr marL="274295" indent="-137147">
              <a:buClr>
                <a:schemeClr val="tx1"/>
              </a:buClr>
              <a:buFont typeface="Arial" panose="020B0604020202020204" pitchFamily="34" charset="0"/>
              <a:buChar char="•"/>
              <a:defRPr sz="1200" spc="38" baseline="0">
                <a:latin typeface="Helvetica" pitchFamily="2" charset="0"/>
                <a:cs typeface="Arial" panose="020B0604020202020204" pitchFamily="34" charset="0"/>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p:txBody>
      </p:sp>
      <p:sp>
        <p:nvSpPr>
          <p:cNvPr id="7" name="Content Placeholder 1">
            <a:extLst>
              <a:ext uri="{FF2B5EF4-FFF2-40B4-BE49-F238E27FC236}">
                <a16:creationId xmlns:a16="http://schemas.microsoft.com/office/drawing/2014/main" id="{AA50B02E-3016-7BB7-C78E-81B0B70401FC}"/>
              </a:ext>
            </a:extLst>
          </p:cNvPr>
          <p:cNvSpPr>
            <a:spLocks noGrp="1"/>
          </p:cNvSpPr>
          <p:nvPr>
            <p:ph sz="quarter" idx="17"/>
          </p:nvPr>
        </p:nvSpPr>
        <p:spPr>
          <a:xfrm>
            <a:off x="563880" y="2474268"/>
            <a:ext cx="2468880" cy="3603323"/>
          </a:xfrm>
          <a:prstGeom prst="rect">
            <a:avLst/>
          </a:prstGeom>
        </p:spPr>
        <p:txBody>
          <a:bodyPr lIns="0" tIns="0" rIns="0" bIns="0">
            <a:normAutofit/>
          </a:bodyPr>
          <a:lstStyle>
            <a:lvl1pPr marL="0" indent="0">
              <a:buNone/>
              <a:defRPr sz="1400" spc="38" baseline="0">
                <a:latin typeface="Helvetica" pitchFamily="2" charset="0"/>
                <a:cs typeface="Arial" panose="020B0604020202020204" pitchFamily="34" charset="0"/>
              </a:defRPr>
            </a:lvl1pPr>
            <a:lvl2pPr marL="0" indent="-137147">
              <a:buClr>
                <a:schemeClr val="tx1"/>
              </a:buClr>
              <a:buFont typeface="Wingdings" pitchFamily="2" charset="2"/>
              <a:buChar char="§"/>
              <a:defRPr sz="1400" spc="38" baseline="0">
                <a:latin typeface="Helvetica" pitchFamily="2" charset="0"/>
                <a:cs typeface="Arial" panose="020B0604020202020204" pitchFamily="34" charset="0"/>
              </a:defRPr>
            </a:lvl2pPr>
            <a:lvl3pPr marL="274295" indent="-137147">
              <a:buClr>
                <a:schemeClr val="tx1"/>
              </a:buClr>
              <a:buFont typeface="Arial" panose="020B0604020202020204" pitchFamily="34" charset="0"/>
              <a:buChar char="•"/>
              <a:defRPr sz="1200" spc="38" baseline="0">
                <a:latin typeface="Helvetica" pitchFamily="2" charset="0"/>
                <a:cs typeface="Arial" panose="020B0604020202020204" pitchFamily="34" charset="0"/>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p:txBody>
      </p:sp>
      <p:cxnSp>
        <p:nvCxnSpPr>
          <p:cNvPr id="9" name="Straight Connector 3">
            <a:extLst>
              <a:ext uri="{FF2B5EF4-FFF2-40B4-BE49-F238E27FC236}">
                <a16:creationId xmlns:a16="http://schemas.microsoft.com/office/drawing/2014/main" id="{2DF7678D-E296-5B98-FF76-78E26753B629}"/>
              </a:ext>
            </a:extLst>
          </p:cNvPr>
          <p:cNvCxnSpPr>
            <a:cxnSpLocks/>
          </p:cNvCxnSpPr>
          <p:nvPr/>
        </p:nvCxnSpPr>
        <p:spPr>
          <a:xfrm flipH="1">
            <a:off x="896112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6" name="Straight Connector 2">
            <a:extLst>
              <a:ext uri="{FF2B5EF4-FFF2-40B4-BE49-F238E27FC236}">
                <a16:creationId xmlns:a16="http://schemas.microsoft.com/office/drawing/2014/main" id="{49F87E35-C33D-F1B2-0182-DD12E0EFF16D}"/>
              </a:ext>
            </a:extLst>
          </p:cNvPr>
          <p:cNvCxnSpPr>
            <a:cxnSpLocks/>
          </p:cNvCxnSpPr>
          <p:nvPr/>
        </p:nvCxnSpPr>
        <p:spPr>
          <a:xfrm flipH="1">
            <a:off x="609600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2" name="Straight Connector 1">
            <a:extLst>
              <a:ext uri="{FF2B5EF4-FFF2-40B4-BE49-F238E27FC236}">
                <a16:creationId xmlns:a16="http://schemas.microsoft.com/office/drawing/2014/main" id="{B7944F2F-F182-22BE-7CD1-3BB89EEBC352}"/>
              </a:ext>
            </a:extLst>
          </p:cNvPr>
          <p:cNvCxnSpPr>
            <a:cxnSpLocks/>
          </p:cNvCxnSpPr>
          <p:nvPr/>
        </p:nvCxnSpPr>
        <p:spPr>
          <a:xfrm>
            <a:off x="323088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sp>
        <p:nvSpPr>
          <p:cNvPr id="23" name="Triangle 4">
            <a:extLst>
              <a:ext uri="{FF2B5EF4-FFF2-40B4-BE49-F238E27FC236}">
                <a16:creationId xmlns:a16="http://schemas.microsoft.com/office/drawing/2014/main" id="{C646DC3E-0CD5-9333-0269-FA44F5BA5CCE}"/>
              </a:ext>
            </a:extLst>
          </p:cNvPr>
          <p:cNvSpPr/>
          <p:nvPr/>
        </p:nvSpPr>
        <p:spPr>
          <a:xfrm rot="10800000">
            <a:off x="10049287" y="2128720"/>
            <a:ext cx="688788" cy="182880"/>
          </a:xfrm>
          <a:prstGeom prst="triangle">
            <a:avLst/>
          </a:prstGeom>
          <a:solidFill>
            <a:srgbClr val="99C1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latin typeface="Helvetica" pitchFamily="2" charset="0"/>
              <a:cs typeface="Arial" panose="020B0604020202020204" pitchFamily="34" charset="0"/>
            </a:endParaRPr>
          </a:p>
        </p:txBody>
      </p:sp>
      <p:sp>
        <p:nvSpPr>
          <p:cNvPr id="22" name="Rectangle 4">
            <a:extLst>
              <a:ext uri="{FF2B5EF4-FFF2-40B4-BE49-F238E27FC236}">
                <a16:creationId xmlns:a16="http://schemas.microsoft.com/office/drawing/2014/main" id="{8B511924-909A-6B20-0ED9-03EA658D6B60}"/>
              </a:ext>
            </a:extLst>
          </p:cNvPr>
          <p:cNvSpPr/>
          <p:nvPr userDrawn="1"/>
        </p:nvSpPr>
        <p:spPr>
          <a:xfrm>
            <a:off x="9159240" y="1463488"/>
            <a:ext cx="2468880" cy="667512"/>
          </a:xfrm>
          <a:prstGeom prst="rect">
            <a:avLst/>
          </a:prstGeom>
          <a:solidFill>
            <a:srgbClr val="C0D9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cap="none" spc="0" baseline="0">
              <a:solidFill>
                <a:schemeClr val="tx1"/>
              </a:solidFill>
              <a:latin typeface="Helvetica" pitchFamily="2" charset="0"/>
              <a:cs typeface="Arial" panose="020B0604020202020204" pitchFamily="34" charset="0"/>
            </a:endParaRPr>
          </a:p>
        </p:txBody>
      </p:sp>
      <p:sp>
        <p:nvSpPr>
          <p:cNvPr id="12" name="Triangle 3">
            <a:extLst>
              <a:ext uri="{FF2B5EF4-FFF2-40B4-BE49-F238E27FC236}">
                <a16:creationId xmlns:a16="http://schemas.microsoft.com/office/drawing/2014/main" id="{54960510-5382-DE76-2A59-504D07BA412A}"/>
              </a:ext>
            </a:extLst>
          </p:cNvPr>
          <p:cNvSpPr/>
          <p:nvPr/>
        </p:nvSpPr>
        <p:spPr>
          <a:xfrm rot="10800000">
            <a:off x="7184167" y="2128720"/>
            <a:ext cx="688788" cy="182880"/>
          </a:xfrm>
          <a:prstGeom prst="triangle">
            <a:avLst/>
          </a:prstGeom>
          <a:solidFill>
            <a:srgbClr val="E1E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latin typeface="Helvetica" pitchFamily="2" charset="0"/>
              <a:cs typeface="Arial" panose="020B0604020202020204" pitchFamily="34" charset="0"/>
            </a:endParaRPr>
          </a:p>
        </p:txBody>
      </p:sp>
      <p:sp>
        <p:nvSpPr>
          <p:cNvPr id="14" name="Rectangle 3">
            <a:extLst>
              <a:ext uri="{FF2B5EF4-FFF2-40B4-BE49-F238E27FC236}">
                <a16:creationId xmlns:a16="http://schemas.microsoft.com/office/drawing/2014/main" id="{6F2E6CC2-7987-5364-B474-31EA27714C47}"/>
              </a:ext>
            </a:extLst>
          </p:cNvPr>
          <p:cNvSpPr/>
          <p:nvPr/>
        </p:nvSpPr>
        <p:spPr>
          <a:xfrm>
            <a:off x="6294120" y="1463484"/>
            <a:ext cx="2468880" cy="667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cap="none" spc="75">
              <a:solidFill>
                <a:schemeClr val="bg1"/>
              </a:solidFill>
              <a:latin typeface="Helvetica" pitchFamily="2" charset="0"/>
              <a:cs typeface="Arial" panose="020B0604020202020204" pitchFamily="34" charset="0"/>
            </a:endParaRPr>
          </a:p>
        </p:txBody>
      </p:sp>
      <p:sp>
        <p:nvSpPr>
          <p:cNvPr id="11" name="Triangle 2">
            <a:extLst>
              <a:ext uri="{FF2B5EF4-FFF2-40B4-BE49-F238E27FC236}">
                <a16:creationId xmlns:a16="http://schemas.microsoft.com/office/drawing/2014/main" id="{B197BB52-09C3-8A8D-DDC4-078F747A3A9F}"/>
              </a:ext>
            </a:extLst>
          </p:cNvPr>
          <p:cNvSpPr/>
          <p:nvPr/>
        </p:nvSpPr>
        <p:spPr>
          <a:xfrm rot="10800000">
            <a:off x="4328326" y="2128720"/>
            <a:ext cx="688788" cy="182880"/>
          </a:xfrm>
          <a:prstGeom prst="triangle">
            <a:avLst/>
          </a:prstGeom>
          <a:solidFill>
            <a:srgbClr val="6C84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Helvetica" pitchFamily="2" charset="0"/>
              <a:cs typeface="Arial" panose="020B0604020202020204" pitchFamily="34" charset="0"/>
            </a:endParaRPr>
          </a:p>
        </p:txBody>
      </p:sp>
      <p:sp>
        <p:nvSpPr>
          <p:cNvPr id="13" name="Rectangle 2">
            <a:extLst>
              <a:ext uri="{FF2B5EF4-FFF2-40B4-BE49-F238E27FC236}">
                <a16:creationId xmlns:a16="http://schemas.microsoft.com/office/drawing/2014/main" id="{8F54FF52-C864-2970-1338-682BA13F8ED0}"/>
              </a:ext>
            </a:extLst>
          </p:cNvPr>
          <p:cNvSpPr/>
          <p:nvPr/>
        </p:nvSpPr>
        <p:spPr>
          <a:xfrm>
            <a:off x="3438279" y="1463484"/>
            <a:ext cx="2468880" cy="667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cap="none" spc="75" baseline="0">
              <a:solidFill>
                <a:schemeClr val="tx1"/>
              </a:solidFill>
              <a:latin typeface="Helvetica" pitchFamily="2" charset="0"/>
              <a:cs typeface="Arial" panose="020B0604020202020204" pitchFamily="34" charset="0"/>
            </a:endParaRPr>
          </a:p>
        </p:txBody>
      </p:sp>
      <p:sp>
        <p:nvSpPr>
          <p:cNvPr id="3" name="Triangle 1">
            <a:extLst>
              <a:ext uri="{FF2B5EF4-FFF2-40B4-BE49-F238E27FC236}">
                <a16:creationId xmlns:a16="http://schemas.microsoft.com/office/drawing/2014/main" id="{203E00CB-C5BA-6719-A4D9-021E264745C6}"/>
              </a:ext>
            </a:extLst>
          </p:cNvPr>
          <p:cNvSpPr/>
          <p:nvPr userDrawn="1"/>
        </p:nvSpPr>
        <p:spPr>
          <a:xfrm rot="10800000">
            <a:off x="1453927" y="2128720"/>
            <a:ext cx="688788" cy="182880"/>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Helvetica" pitchFamily="2" charset="0"/>
              <a:cs typeface="Arial" panose="020B0604020202020204" pitchFamily="34" charset="0"/>
            </a:endParaRPr>
          </a:p>
        </p:txBody>
      </p:sp>
      <p:sp>
        <p:nvSpPr>
          <p:cNvPr id="8" name="Rectangle 1">
            <a:extLst>
              <a:ext uri="{FF2B5EF4-FFF2-40B4-BE49-F238E27FC236}">
                <a16:creationId xmlns:a16="http://schemas.microsoft.com/office/drawing/2014/main" id="{FDC2E1C4-028B-9D74-5159-1E26D039D9FD}"/>
              </a:ext>
            </a:extLst>
          </p:cNvPr>
          <p:cNvSpPr/>
          <p:nvPr userDrawn="1"/>
        </p:nvSpPr>
        <p:spPr>
          <a:xfrm>
            <a:off x="563880" y="1463484"/>
            <a:ext cx="2468880" cy="6675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cap="none" spc="75">
              <a:latin typeface="Helvetica" pitchFamily="2" charset="0"/>
              <a:cs typeface="Arial" panose="020B0604020202020204" pitchFamily="34" charset="0"/>
            </a:endParaRPr>
          </a:p>
        </p:txBody>
      </p:sp>
      <p:cxnSp>
        <p:nvCxnSpPr>
          <p:cNvPr id="20" name="Straight Connector 3">
            <a:extLst>
              <a:ext uri="{FF2B5EF4-FFF2-40B4-BE49-F238E27FC236}">
                <a16:creationId xmlns:a16="http://schemas.microsoft.com/office/drawing/2014/main" id="{002E5114-C0C3-6D01-C853-00E8D5D4F883}"/>
              </a:ext>
            </a:extLst>
          </p:cNvPr>
          <p:cNvCxnSpPr>
            <a:cxnSpLocks/>
          </p:cNvCxnSpPr>
          <p:nvPr/>
        </p:nvCxnSpPr>
        <p:spPr>
          <a:xfrm flipH="1">
            <a:off x="896112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31" name="Straight Connector 2">
            <a:extLst>
              <a:ext uri="{FF2B5EF4-FFF2-40B4-BE49-F238E27FC236}">
                <a16:creationId xmlns:a16="http://schemas.microsoft.com/office/drawing/2014/main" id="{AF8B9AEB-60DE-BB9D-6AB5-E92ED8488799}"/>
              </a:ext>
            </a:extLst>
          </p:cNvPr>
          <p:cNvCxnSpPr>
            <a:cxnSpLocks/>
          </p:cNvCxnSpPr>
          <p:nvPr/>
        </p:nvCxnSpPr>
        <p:spPr>
          <a:xfrm flipH="1">
            <a:off x="609600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A83D0352-451E-1668-59E2-3F636C58585E}"/>
              </a:ext>
            </a:extLst>
          </p:cNvPr>
          <p:cNvCxnSpPr>
            <a:cxnSpLocks/>
          </p:cNvCxnSpPr>
          <p:nvPr/>
        </p:nvCxnSpPr>
        <p:spPr>
          <a:xfrm>
            <a:off x="323088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5" name="Straight Connector 3">
            <a:extLst>
              <a:ext uri="{FF2B5EF4-FFF2-40B4-BE49-F238E27FC236}">
                <a16:creationId xmlns:a16="http://schemas.microsoft.com/office/drawing/2014/main" id="{FD162077-EF18-2574-57D9-02AD1459E3EC}"/>
              </a:ext>
            </a:extLst>
          </p:cNvPr>
          <p:cNvCxnSpPr>
            <a:cxnSpLocks/>
          </p:cNvCxnSpPr>
          <p:nvPr userDrawn="1"/>
        </p:nvCxnSpPr>
        <p:spPr>
          <a:xfrm flipH="1">
            <a:off x="896112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10" name="Straight Connector 2">
            <a:extLst>
              <a:ext uri="{FF2B5EF4-FFF2-40B4-BE49-F238E27FC236}">
                <a16:creationId xmlns:a16="http://schemas.microsoft.com/office/drawing/2014/main" id="{AE17FA0E-F3BE-F0A7-FF98-B9DC8FEC9D74}"/>
              </a:ext>
            </a:extLst>
          </p:cNvPr>
          <p:cNvCxnSpPr>
            <a:cxnSpLocks/>
          </p:cNvCxnSpPr>
          <p:nvPr userDrawn="1"/>
        </p:nvCxnSpPr>
        <p:spPr>
          <a:xfrm flipH="1">
            <a:off x="609600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2DC68583-869C-FB1A-F405-18F7E72DC8F5}"/>
              </a:ext>
            </a:extLst>
          </p:cNvPr>
          <p:cNvCxnSpPr>
            <a:cxnSpLocks/>
          </p:cNvCxnSpPr>
          <p:nvPr userDrawn="1"/>
        </p:nvCxnSpPr>
        <p:spPr>
          <a:xfrm>
            <a:off x="323088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sp>
        <p:nvSpPr>
          <p:cNvPr id="27" name="Triangle 4">
            <a:extLst>
              <a:ext uri="{FF2B5EF4-FFF2-40B4-BE49-F238E27FC236}">
                <a16:creationId xmlns:a16="http://schemas.microsoft.com/office/drawing/2014/main" id="{299799BD-F473-67D5-BC77-7AA96D3882D9}"/>
              </a:ext>
            </a:extLst>
          </p:cNvPr>
          <p:cNvSpPr/>
          <p:nvPr userDrawn="1"/>
        </p:nvSpPr>
        <p:spPr>
          <a:xfrm rot="10800000">
            <a:off x="10049287" y="2128720"/>
            <a:ext cx="688788" cy="182880"/>
          </a:xfrm>
          <a:prstGeom prst="triangle">
            <a:avLst/>
          </a:prstGeom>
          <a:solidFill>
            <a:srgbClr val="C0D9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latin typeface="Helvetica" pitchFamily="2" charset="0"/>
              <a:cs typeface="Arial" panose="020B0604020202020204" pitchFamily="34" charset="0"/>
            </a:endParaRPr>
          </a:p>
        </p:txBody>
      </p:sp>
      <p:sp>
        <p:nvSpPr>
          <p:cNvPr id="29" name="Triangle 3">
            <a:extLst>
              <a:ext uri="{FF2B5EF4-FFF2-40B4-BE49-F238E27FC236}">
                <a16:creationId xmlns:a16="http://schemas.microsoft.com/office/drawing/2014/main" id="{0071ACB0-DE92-DFA8-E365-281875D78896}"/>
              </a:ext>
            </a:extLst>
          </p:cNvPr>
          <p:cNvSpPr/>
          <p:nvPr userDrawn="1"/>
        </p:nvSpPr>
        <p:spPr>
          <a:xfrm rot="10800000">
            <a:off x="7184167" y="2128720"/>
            <a:ext cx="688788" cy="18288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latin typeface="Helvetica" pitchFamily="2" charset="0"/>
              <a:cs typeface="Arial" panose="020B0604020202020204" pitchFamily="34" charset="0"/>
            </a:endParaRPr>
          </a:p>
        </p:txBody>
      </p:sp>
      <p:sp>
        <p:nvSpPr>
          <p:cNvPr id="33" name="Triangle 2">
            <a:extLst>
              <a:ext uri="{FF2B5EF4-FFF2-40B4-BE49-F238E27FC236}">
                <a16:creationId xmlns:a16="http://schemas.microsoft.com/office/drawing/2014/main" id="{8A8E040E-EA24-C034-3FFB-4270113ACB76}"/>
              </a:ext>
            </a:extLst>
          </p:cNvPr>
          <p:cNvSpPr/>
          <p:nvPr userDrawn="1"/>
        </p:nvSpPr>
        <p:spPr>
          <a:xfrm rot="10800000">
            <a:off x="4328326" y="2128720"/>
            <a:ext cx="688788" cy="182880"/>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Helvetica" pitchFamily="2" charset="0"/>
              <a:cs typeface="Arial" panose="020B0604020202020204" pitchFamily="34" charset="0"/>
            </a:endParaRPr>
          </a:p>
        </p:txBody>
      </p:sp>
      <p:sp>
        <p:nvSpPr>
          <p:cNvPr id="35" name="Triangle 1">
            <a:extLst>
              <a:ext uri="{FF2B5EF4-FFF2-40B4-BE49-F238E27FC236}">
                <a16:creationId xmlns:a16="http://schemas.microsoft.com/office/drawing/2014/main" id="{CCEE6E20-48E9-08C4-F408-3F395F093E8A}"/>
              </a:ext>
            </a:extLst>
          </p:cNvPr>
          <p:cNvSpPr/>
          <p:nvPr userDrawn="1"/>
        </p:nvSpPr>
        <p:spPr>
          <a:xfrm rot="10800000">
            <a:off x="1453927" y="2128720"/>
            <a:ext cx="688788" cy="18288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Helvetica" pitchFamily="2" charset="0"/>
              <a:cs typeface="Arial" panose="020B0604020202020204" pitchFamily="34" charset="0"/>
            </a:endParaRPr>
          </a:p>
        </p:txBody>
      </p:sp>
      <p:cxnSp>
        <p:nvCxnSpPr>
          <p:cNvPr id="37" name="Straight Connector 3">
            <a:extLst>
              <a:ext uri="{FF2B5EF4-FFF2-40B4-BE49-F238E27FC236}">
                <a16:creationId xmlns:a16="http://schemas.microsoft.com/office/drawing/2014/main" id="{2AFAB1B4-B11F-2213-F681-D31E897FB410}"/>
              </a:ext>
            </a:extLst>
          </p:cNvPr>
          <p:cNvCxnSpPr>
            <a:cxnSpLocks/>
          </p:cNvCxnSpPr>
          <p:nvPr userDrawn="1"/>
        </p:nvCxnSpPr>
        <p:spPr>
          <a:xfrm flipH="1">
            <a:off x="896112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38" name="Straight Connector 2">
            <a:extLst>
              <a:ext uri="{FF2B5EF4-FFF2-40B4-BE49-F238E27FC236}">
                <a16:creationId xmlns:a16="http://schemas.microsoft.com/office/drawing/2014/main" id="{759E85B1-D11A-102C-B794-F7A8C0982211}"/>
              </a:ext>
            </a:extLst>
          </p:cNvPr>
          <p:cNvCxnSpPr>
            <a:cxnSpLocks/>
          </p:cNvCxnSpPr>
          <p:nvPr userDrawn="1"/>
        </p:nvCxnSpPr>
        <p:spPr>
          <a:xfrm flipH="1">
            <a:off x="609600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83DE8970-CAD4-9702-17E9-49ACFA436C58}"/>
              </a:ext>
            </a:extLst>
          </p:cNvPr>
          <p:cNvCxnSpPr>
            <a:cxnSpLocks/>
          </p:cNvCxnSpPr>
          <p:nvPr userDrawn="1"/>
        </p:nvCxnSpPr>
        <p:spPr>
          <a:xfrm>
            <a:off x="3230880" y="1500327"/>
            <a:ext cx="0" cy="4638877"/>
          </a:xfrm>
          <a:prstGeom prst="line">
            <a:avLst/>
          </a:prstGeom>
          <a:ln w="3175">
            <a:solidFill>
              <a:schemeClr val="tx1"/>
            </a:solidFill>
            <a:prstDash val="solid"/>
          </a:ln>
        </p:spPr>
        <p:style>
          <a:lnRef idx="1">
            <a:schemeClr val="dk1"/>
          </a:lnRef>
          <a:fillRef idx="0">
            <a:schemeClr val="dk1"/>
          </a:fillRef>
          <a:effectRef idx="0">
            <a:schemeClr val="dk1"/>
          </a:effectRef>
          <a:fontRef idx="minor">
            <a:schemeClr val="tx1"/>
          </a:fontRef>
        </p:style>
      </p:cxnSp>
      <p:grpSp>
        <p:nvGrpSpPr>
          <p:cNvPr id="28" name="Group 27">
            <a:extLst>
              <a:ext uri="{FF2B5EF4-FFF2-40B4-BE49-F238E27FC236}">
                <a16:creationId xmlns:a16="http://schemas.microsoft.com/office/drawing/2014/main" id="{BC3EDBA1-D4A6-F04A-9FF1-3B36AD605B63}"/>
              </a:ext>
            </a:extLst>
          </p:cNvPr>
          <p:cNvGrpSpPr/>
          <p:nvPr userDrawn="1"/>
        </p:nvGrpSpPr>
        <p:grpSpPr>
          <a:xfrm>
            <a:off x="0" y="0"/>
            <a:ext cx="206477" cy="6908801"/>
            <a:chOff x="0" y="0"/>
            <a:chExt cx="206477" cy="6908801"/>
          </a:xfrm>
        </p:grpSpPr>
        <p:sp>
          <p:nvSpPr>
            <p:cNvPr id="30" name="AutoShape 3">
              <a:extLst>
                <a:ext uri="{FF2B5EF4-FFF2-40B4-BE49-F238E27FC236}">
                  <a16:creationId xmlns:a16="http://schemas.microsoft.com/office/drawing/2014/main" id="{D8457ED4-BC75-B8B8-EA34-A3A90729010A}"/>
                </a:ext>
              </a:extLst>
            </p:cNvPr>
            <p:cNvSpPr/>
            <p:nvPr userDrawn="1"/>
          </p:nvSpPr>
          <p:spPr>
            <a:xfrm flipH="1">
              <a:off x="0" y="0"/>
              <a:ext cx="206477" cy="6858000"/>
            </a:xfrm>
            <a:prstGeom prst="rect">
              <a:avLst/>
            </a:prstGeom>
            <a:solidFill>
              <a:schemeClr val="accent2"/>
            </a:solidFill>
          </p:spPr>
          <p:txBody>
            <a:bodyPr/>
            <a:lstStyle/>
            <a:p>
              <a:endParaRPr lang="en-US">
                <a:latin typeface="Helvetica" pitchFamily="2" charset="0"/>
              </a:endParaRPr>
            </a:p>
          </p:txBody>
        </p:sp>
        <p:sp>
          <p:nvSpPr>
            <p:cNvPr id="34" name="AutoShape 3">
              <a:extLst>
                <a:ext uri="{FF2B5EF4-FFF2-40B4-BE49-F238E27FC236}">
                  <a16:creationId xmlns:a16="http://schemas.microsoft.com/office/drawing/2014/main" id="{79F732F9-B6E9-BA77-E18B-132F9A1F1493}"/>
                </a:ext>
              </a:extLst>
            </p:cNvPr>
            <p:cNvSpPr/>
            <p:nvPr userDrawn="1"/>
          </p:nvSpPr>
          <p:spPr>
            <a:xfrm>
              <a:off x="0" y="0"/>
              <a:ext cx="45720" cy="6908801"/>
            </a:xfrm>
            <a:prstGeom prst="rect">
              <a:avLst/>
            </a:prstGeom>
            <a:solidFill>
              <a:schemeClr val="bg2"/>
            </a:solidFill>
          </p:spPr>
          <p:txBody>
            <a:bodyPr/>
            <a:lstStyle/>
            <a:p>
              <a:endParaRPr lang="en-US">
                <a:latin typeface="Helvetica" pitchFamily="2" charset="0"/>
              </a:endParaRPr>
            </a:p>
          </p:txBody>
        </p:sp>
      </p:grpSp>
      <p:sp>
        <p:nvSpPr>
          <p:cNvPr id="40" name="Title 12">
            <a:extLst>
              <a:ext uri="{FF2B5EF4-FFF2-40B4-BE49-F238E27FC236}">
                <a16:creationId xmlns:a16="http://schemas.microsoft.com/office/drawing/2014/main" id="{BD08B16A-5442-35E2-044C-5D605B933B89}"/>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1"/>
                </a:solidFill>
                <a:latin typeface="Helvetica" pitchFamily="2" charset="0"/>
              </a:defRPr>
            </a:lvl1pPr>
          </a:lstStyle>
          <a:p>
            <a:pPr lvl="0"/>
            <a:r>
              <a:rPr lang="en-US"/>
              <a:t>Click to edit Master title style</a:t>
            </a:r>
          </a:p>
        </p:txBody>
      </p:sp>
    </p:spTree>
    <p:extLst>
      <p:ext uri="{BB962C8B-B14F-4D97-AF65-F5344CB8AC3E}">
        <p14:creationId xmlns:p14="http://schemas.microsoft.com/office/powerpoint/2010/main" val="4264364753"/>
      </p:ext>
    </p:extLst>
  </p:cSld>
  <p:clrMapOvr>
    <a:masterClrMapping/>
  </p:clrMapOvr>
  <p:transition spd="slow">
    <p:wipe dir="r"/>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9" name="Table Placeholder 8">
            <a:extLst>
              <a:ext uri="{FF2B5EF4-FFF2-40B4-BE49-F238E27FC236}">
                <a16:creationId xmlns:a16="http://schemas.microsoft.com/office/drawing/2014/main" id="{122A8B35-69A8-4D50-9F90-B11E32C94ADB}"/>
              </a:ext>
            </a:extLst>
          </p:cNvPr>
          <p:cNvSpPr>
            <a:spLocks noGrp="1"/>
          </p:cNvSpPr>
          <p:nvPr>
            <p:ph type="tbl" sz="quarter" idx="18" hasCustomPrompt="1"/>
          </p:nvPr>
        </p:nvSpPr>
        <p:spPr>
          <a:xfrm>
            <a:off x="403335" y="1600200"/>
            <a:ext cx="11525906" cy="4573588"/>
          </a:xfrm>
          <a:prstGeom prst="rect">
            <a:avLst/>
          </a:prstGeom>
        </p:spPr>
        <p:txBody>
          <a:bodyPr anchor="ctr"/>
          <a:lstStyle>
            <a:lvl1pPr marL="0" indent="0">
              <a:buNone/>
              <a:defRPr/>
            </a:lvl1pPr>
          </a:lstStyle>
          <a:p>
            <a:r>
              <a:rPr lang="en-US"/>
              <a:t>Click the table icon here to insert Table</a:t>
            </a:r>
          </a:p>
        </p:txBody>
      </p:sp>
      <p:grpSp>
        <p:nvGrpSpPr>
          <p:cNvPr id="8" name="Group 7">
            <a:extLst>
              <a:ext uri="{FF2B5EF4-FFF2-40B4-BE49-F238E27FC236}">
                <a16:creationId xmlns:a16="http://schemas.microsoft.com/office/drawing/2014/main" id="{EFEAE9A7-80BD-C22B-3E82-E41744EB98C4}"/>
              </a:ext>
            </a:extLst>
          </p:cNvPr>
          <p:cNvGrpSpPr/>
          <p:nvPr userDrawn="1"/>
        </p:nvGrpSpPr>
        <p:grpSpPr>
          <a:xfrm>
            <a:off x="0" y="0"/>
            <a:ext cx="206477" cy="6908801"/>
            <a:chOff x="0" y="0"/>
            <a:chExt cx="206477" cy="6908801"/>
          </a:xfrm>
        </p:grpSpPr>
        <p:sp>
          <p:nvSpPr>
            <p:cNvPr id="10" name="AutoShape 3">
              <a:extLst>
                <a:ext uri="{FF2B5EF4-FFF2-40B4-BE49-F238E27FC236}">
                  <a16:creationId xmlns:a16="http://schemas.microsoft.com/office/drawing/2014/main" id="{11B7401F-6E3F-FC1B-5EF5-318489F2304A}"/>
                </a:ext>
              </a:extLst>
            </p:cNvPr>
            <p:cNvSpPr/>
            <p:nvPr userDrawn="1"/>
          </p:nvSpPr>
          <p:spPr>
            <a:xfrm flipH="1">
              <a:off x="0" y="0"/>
              <a:ext cx="206477" cy="6858000"/>
            </a:xfrm>
            <a:prstGeom prst="rect">
              <a:avLst/>
            </a:prstGeom>
            <a:solidFill>
              <a:schemeClr val="accent2"/>
            </a:solidFill>
          </p:spPr>
          <p:txBody>
            <a:bodyPr/>
            <a:lstStyle/>
            <a:p>
              <a:endParaRPr lang="en-US"/>
            </a:p>
          </p:txBody>
        </p:sp>
        <p:sp>
          <p:nvSpPr>
            <p:cNvPr id="11" name="AutoShape 3">
              <a:extLst>
                <a:ext uri="{FF2B5EF4-FFF2-40B4-BE49-F238E27FC236}">
                  <a16:creationId xmlns:a16="http://schemas.microsoft.com/office/drawing/2014/main" id="{23679671-785B-68C2-E272-B1C42E3C7AED}"/>
                </a:ext>
              </a:extLst>
            </p:cNvPr>
            <p:cNvSpPr/>
            <p:nvPr userDrawn="1"/>
          </p:nvSpPr>
          <p:spPr>
            <a:xfrm>
              <a:off x="0" y="0"/>
              <a:ext cx="45720" cy="6908801"/>
            </a:xfrm>
            <a:prstGeom prst="rect">
              <a:avLst/>
            </a:prstGeom>
            <a:solidFill>
              <a:schemeClr val="bg2"/>
            </a:solidFill>
          </p:spPr>
          <p:txBody>
            <a:bodyPr/>
            <a:lstStyle/>
            <a:p>
              <a:endParaRPr lang="en-US"/>
            </a:p>
          </p:txBody>
        </p:sp>
      </p:grpSp>
      <p:sp>
        <p:nvSpPr>
          <p:cNvPr id="17" name="Title 12">
            <a:extLst>
              <a:ext uri="{FF2B5EF4-FFF2-40B4-BE49-F238E27FC236}">
                <a16:creationId xmlns:a16="http://schemas.microsoft.com/office/drawing/2014/main" id="{0EF7B09E-D084-1F36-4F29-3F25C1ABA859}"/>
              </a:ext>
            </a:extLst>
          </p:cNvPr>
          <p:cNvSpPr>
            <a:spLocks noGrp="1"/>
          </p:cNvSpPr>
          <p:nvPr>
            <p:ph type="title"/>
          </p:nvPr>
        </p:nvSpPr>
        <p:spPr>
          <a:xfrm>
            <a:off x="403335" y="287573"/>
            <a:ext cx="11525906" cy="647699"/>
          </a:xfrm>
          <a:prstGeom prst="rect">
            <a:avLst/>
          </a:prstGeom>
        </p:spPr>
        <p:txBody>
          <a:bodyPr vert="horz" lIns="0" tIns="0" rIns="0" bIns="0" rtlCol="0" anchor="b" anchorCtr="0">
            <a:normAutofit/>
          </a:bodyPr>
          <a:lstStyle>
            <a:lvl1pPr>
              <a:defRPr lang="en-US" sz="2800" dirty="0">
                <a:solidFill>
                  <a:schemeClr val="tx1"/>
                </a:solidFill>
              </a:defRPr>
            </a:lvl1pPr>
          </a:lstStyle>
          <a:p>
            <a:pPr lvl="0"/>
            <a:r>
              <a:rPr lang="en-US"/>
              <a:t>Click to edit Master title style</a:t>
            </a:r>
          </a:p>
        </p:txBody>
      </p:sp>
      <p:sp>
        <p:nvSpPr>
          <p:cNvPr id="18" name="Text Placeholder 3">
            <a:extLst>
              <a:ext uri="{FF2B5EF4-FFF2-40B4-BE49-F238E27FC236}">
                <a16:creationId xmlns:a16="http://schemas.microsoft.com/office/drawing/2014/main" id="{18293D4F-E25D-59AF-743A-900CB3786AD8}"/>
              </a:ext>
            </a:extLst>
          </p:cNvPr>
          <p:cNvSpPr>
            <a:spLocks noGrp="1"/>
          </p:cNvSpPr>
          <p:nvPr>
            <p:ph type="body" sz="quarter" idx="14"/>
          </p:nvPr>
        </p:nvSpPr>
        <p:spPr>
          <a:xfrm>
            <a:off x="403335" y="974774"/>
            <a:ext cx="11525906" cy="278538"/>
          </a:xfrm>
          <a:prstGeom prst="rect">
            <a:avLst/>
          </a:prstGeom>
        </p:spPr>
        <p:txBody>
          <a:bodyPr vert="horz" wrap="square" lIns="0" tIns="0" rIns="0" bIns="0" rtlCol="0">
            <a:spAutoFit/>
          </a:bodyPr>
          <a:lstStyle>
            <a:lvl1pPr marL="0" indent="0">
              <a:buNone/>
              <a:defRPr lang="en-US" sz="2000" dirty="0">
                <a:solidFill>
                  <a:schemeClr val="accent1"/>
                </a:solidFill>
              </a:defRPr>
            </a:lvl1pPr>
          </a:lstStyle>
          <a:p>
            <a:pPr marL="174621" lvl="0" indent="-174621"/>
            <a:r>
              <a:rPr lang="en-US"/>
              <a:t>Click to edit Master text styles</a:t>
            </a:r>
          </a:p>
        </p:txBody>
      </p:sp>
      <p:sp>
        <p:nvSpPr>
          <p:cNvPr id="2" name="TextBox 1">
            <a:extLst>
              <a:ext uri="{FF2B5EF4-FFF2-40B4-BE49-F238E27FC236}">
                <a16:creationId xmlns:a16="http://schemas.microsoft.com/office/drawing/2014/main" id="{B3452788-371B-6693-F460-5F45E2B84E66}"/>
              </a:ext>
            </a:extLst>
          </p:cNvPr>
          <p:cNvSpPr txBox="1"/>
          <p:nvPr userDrawn="1"/>
        </p:nvSpPr>
        <p:spPr>
          <a:xfrm>
            <a:off x="9216152" y="72129"/>
            <a:ext cx="2531462" cy="215444"/>
          </a:xfrm>
          <a:prstGeom prst="rect">
            <a:avLst/>
          </a:prstGeom>
          <a:noFill/>
        </p:spPr>
        <p:txBody>
          <a:bodyPr wrap="none" rtlCol="0">
            <a:spAutoFit/>
          </a:bodyPr>
          <a:lstStyle/>
          <a:p>
            <a:r>
              <a:rPr lang="en-US" sz="800">
                <a:latin typeface="Arial" panose="020B0604020202020204" pitchFamily="34" charset="0"/>
                <a:cs typeface="Arial" panose="020B0604020202020204" pitchFamily="34" charset="0"/>
              </a:rPr>
              <a:t>TRADE SECRET AND STRICTLY CONFIDENTIAL</a:t>
            </a:r>
          </a:p>
        </p:txBody>
      </p:sp>
    </p:spTree>
    <p:extLst>
      <p:ext uri="{BB962C8B-B14F-4D97-AF65-F5344CB8AC3E}">
        <p14:creationId xmlns:p14="http://schemas.microsoft.com/office/powerpoint/2010/main" val="2889472873"/>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Three Charts">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47702EEC-5488-F628-3A84-F3256C69D47F}"/>
              </a:ext>
            </a:extLst>
          </p:cNvPr>
          <p:cNvSpPr>
            <a:spLocks noGrp="1"/>
          </p:cNvSpPr>
          <p:nvPr>
            <p:ph type="title"/>
          </p:nvPr>
        </p:nvSpPr>
        <p:spPr>
          <a:xfrm>
            <a:off x="548640" y="237744"/>
            <a:ext cx="11094720" cy="640080"/>
          </a:xfrm>
        </p:spPr>
        <p:txBody>
          <a:bodyPr anchor="t" anchorCtr="0"/>
          <a:lstStyle>
            <a:lvl1pPr>
              <a:defRPr>
                <a:solidFill>
                  <a:schemeClr val="tx1"/>
                </a:solidFill>
                <a:latin typeface="Arial" panose="020B0604020202020204" pitchFamily="34" charset="0"/>
                <a:cs typeface="Arial" panose="020B0604020202020204" pitchFamily="34" charset="0"/>
              </a:defRPr>
            </a:lvl1pPr>
          </a:lstStyle>
          <a:p>
            <a:r>
              <a:rPr lang="en-US"/>
              <a:t>Click to edit Master title style</a:t>
            </a:r>
          </a:p>
        </p:txBody>
      </p:sp>
      <p:sp>
        <p:nvSpPr>
          <p:cNvPr id="2" name="TextBox 1">
            <a:extLst>
              <a:ext uri="{FF2B5EF4-FFF2-40B4-BE49-F238E27FC236}">
                <a16:creationId xmlns:a16="http://schemas.microsoft.com/office/drawing/2014/main" id="{66EAF0CF-8825-CD63-29C2-2407DC2FBAF6}"/>
              </a:ext>
            </a:extLst>
          </p:cNvPr>
          <p:cNvSpPr txBox="1"/>
          <p:nvPr userDrawn="1"/>
        </p:nvSpPr>
        <p:spPr>
          <a:xfrm>
            <a:off x="9216152" y="72129"/>
            <a:ext cx="2531462" cy="215444"/>
          </a:xfrm>
          <a:prstGeom prst="rect">
            <a:avLst/>
          </a:prstGeom>
          <a:noFill/>
        </p:spPr>
        <p:txBody>
          <a:bodyPr wrap="none" rtlCol="0">
            <a:spAutoFit/>
          </a:bodyPr>
          <a:lstStyle/>
          <a:p>
            <a:r>
              <a:rPr lang="en-US" sz="800">
                <a:latin typeface="Arial" panose="020B0604020202020204" pitchFamily="34" charset="0"/>
                <a:cs typeface="Arial" panose="020B0604020202020204" pitchFamily="34" charset="0"/>
              </a:rPr>
              <a:t>TRADE SECRET AND STRICTLY CONFIDENTIAL</a:t>
            </a:r>
          </a:p>
        </p:txBody>
      </p:sp>
    </p:spTree>
    <p:extLst>
      <p:ext uri="{BB962C8B-B14F-4D97-AF65-F5344CB8AC3E}">
        <p14:creationId xmlns:p14="http://schemas.microsoft.com/office/powerpoint/2010/main" val="3806384204"/>
      </p:ext>
    </p:extLst>
  </p:cSld>
  <p:clrMapOvr>
    <a:masterClrMapping/>
  </p:clrMapOvr>
  <p:transition spd="slow">
    <p:wipe dir="r"/>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Simple Title Slide ">
    <p:spTree>
      <p:nvGrpSpPr>
        <p:cNvPr id="1" name=""/>
        <p:cNvGrpSpPr/>
        <p:nvPr/>
      </p:nvGrpSpPr>
      <p:grpSpPr>
        <a:xfrm>
          <a:off x="0" y="0"/>
          <a:ext cx="0" cy="0"/>
          <a:chOff x="0" y="0"/>
          <a:chExt cx="0" cy="0"/>
        </a:xfrm>
      </p:grpSpPr>
      <p:sp>
        <p:nvSpPr>
          <p:cNvPr id="20" name="Title 12">
            <a:extLst>
              <a:ext uri="{FF2B5EF4-FFF2-40B4-BE49-F238E27FC236}">
                <a16:creationId xmlns:a16="http://schemas.microsoft.com/office/drawing/2014/main" id="{EE9E3D27-E873-4B3A-D674-73BEF3F2B11A}"/>
              </a:ext>
            </a:extLst>
          </p:cNvPr>
          <p:cNvSpPr>
            <a:spLocks noGrp="1"/>
          </p:cNvSpPr>
          <p:nvPr>
            <p:ph type="title"/>
          </p:nvPr>
        </p:nvSpPr>
        <p:spPr>
          <a:xfrm>
            <a:off x="571500" y="287573"/>
            <a:ext cx="11225267" cy="647699"/>
          </a:xfrm>
          <a:prstGeom prst="rect">
            <a:avLst/>
          </a:prstGeom>
        </p:spPr>
        <p:txBody>
          <a:bodyPr vert="horz" lIns="0" tIns="0" rIns="0" bIns="0" rtlCol="0" anchor="t" anchorCtr="0">
            <a:normAutofit/>
          </a:bodyPr>
          <a:lstStyle>
            <a:lvl1pPr>
              <a:defRPr lang="en-US" sz="2800">
                <a:solidFill>
                  <a:schemeClr val="tx2"/>
                </a:solidFill>
                <a:latin typeface="Arial" panose="020B0604020202020204" pitchFamily="34" charset="0"/>
                <a:cs typeface="Arial" panose="020B0604020202020204" pitchFamily="34" charset="0"/>
              </a:defRPr>
            </a:lvl1pPr>
          </a:lstStyle>
          <a:p>
            <a:pPr lvl="0"/>
            <a:r>
              <a:rPr lang="en-US"/>
              <a:t>Click to edit Master title style</a:t>
            </a:r>
          </a:p>
        </p:txBody>
      </p:sp>
      <p:grpSp>
        <p:nvGrpSpPr>
          <p:cNvPr id="2" name="Group 1">
            <a:extLst>
              <a:ext uri="{FF2B5EF4-FFF2-40B4-BE49-F238E27FC236}">
                <a16:creationId xmlns:a16="http://schemas.microsoft.com/office/drawing/2014/main" id="{795BDE26-C4CE-BA42-E41C-BE856C16C227}"/>
              </a:ext>
            </a:extLst>
          </p:cNvPr>
          <p:cNvGrpSpPr/>
          <p:nvPr userDrawn="1"/>
        </p:nvGrpSpPr>
        <p:grpSpPr>
          <a:xfrm>
            <a:off x="0" y="0"/>
            <a:ext cx="206477" cy="6908801"/>
            <a:chOff x="0" y="0"/>
            <a:chExt cx="206477" cy="6908801"/>
          </a:xfrm>
        </p:grpSpPr>
        <p:sp>
          <p:nvSpPr>
            <p:cNvPr id="3" name="AutoShape 3">
              <a:extLst>
                <a:ext uri="{FF2B5EF4-FFF2-40B4-BE49-F238E27FC236}">
                  <a16:creationId xmlns:a16="http://schemas.microsoft.com/office/drawing/2014/main" id="{D23EE5A4-CC6D-7286-7153-811D0F75A2B5}"/>
                </a:ext>
              </a:extLst>
            </p:cNvPr>
            <p:cNvSpPr/>
            <p:nvPr userDrawn="1"/>
          </p:nvSpPr>
          <p:spPr>
            <a:xfrm flipH="1">
              <a:off x="0" y="0"/>
              <a:ext cx="206477" cy="6858000"/>
            </a:xfrm>
            <a:prstGeom prst="rect">
              <a:avLst/>
            </a:prstGeom>
            <a:solidFill>
              <a:schemeClr val="accent2"/>
            </a:solidFill>
          </p:spPr>
          <p:txBody>
            <a:bodyPr/>
            <a:lstStyle/>
            <a:p>
              <a:endParaRPr lang="en-US">
                <a:latin typeface="Arial" panose="020B0604020202020204" pitchFamily="34" charset="0"/>
                <a:cs typeface="Arial" panose="020B0604020202020204" pitchFamily="34" charset="0"/>
              </a:endParaRPr>
            </a:p>
          </p:txBody>
        </p:sp>
        <p:sp>
          <p:nvSpPr>
            <p:cNvPr id="4" name="AutoShape 3">
              <a:extLst>
                <a:ext uri="{FF2B5EF4-FFF2-40B4-BE49-F238E27FC236}">
                  <a16:creationId xmlns:a16="http://schemas.microsoft.com/office/drawing/2014/main" id="{44E306F5-2D19-FE39-017C-9F8E3055D938}"/>
                </a:ext>
              </a:extLst>
            </p:cNvPr>
            <p:cNvSpPr/>
            <p:nvPr userDrawn="1"/>
          </p:nvSpPr>
          <p:spPr>
            <a:xfrm>
              <a:off x="0" y="0"/>
              <a:ext cx="45720" cy="6908801"/>
            </a:xfrm>
            <a:prstGeom prst="rect">
              <a:avLst/>
            </a:prstGeom>
            <a:solidFill>
              <a:schemeClr val="bg2"/>
            </a:solidFill>
          </p:spPr>
          <p:txBody>
            <a:bodyPr/>
            <a:lstStyle/>
            <a:p>
              <a:endParaRPr lang="en-US">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712990234"/>
      </p:ext>
    </p:extLst>
  </p:cSld>
  <p:clrMapOvr>
    <a:masterClrMapping/>
  </p:clrMapOv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F3E1A02-CDBE-423D-C14B-58585D579571}"/>
              </a:ext>
            </a:extLst>
          </p:cNvPr>
          <p:cNvGraphicFramePr>
            <a:graphicFrameLocks noChangeAspect="1"/>
          </p:cNvGraphicFramePr>
          <p:nvPr userDrawn="1">
            <p:custDataLst>
              <p:tags r:id="rId32"/>
            </p:custDataLst>
            <p:extLst>
              <p:ext uri="{D42A27DB-BD31-4B8C-83A1-F6EECF244321}">
                <p14:modId xmlns:p14="http://schemas.microsoft.com/office/powerpoint/2010/main" val="1463054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2" name="think-cell Slide" r:id="rId33" imgW="496" imgH="499" progId="TCLayout.ActiveDocument.1">
                  <p:embed/>
                </p:oleObj>
              </mc:Choice>
              <mc:Fallback>
                <p:oleObj name="think-cell Slide" r:id="rId33" imgW="496" imgH="499" progId="TCLayout.ActiveDocument.1">
                  <p:embed/>
                  <p:pic>
                    <p:nvPicPr>
                      <p:cNvPr id="5" name="think-cell data - do not delete" hidden="1">
                        <a:extLst>
                          <a:ext uri="{FF2B5EF4-FFF2-40B4-BE49-F238E27FC236}">
                            <a16:creationId xmlns:a16="http://schemas.microsoft.com/office/drawing/2014/main" id="{3F3E1A02-CDBE-423D-C14B-58585D579571}"/>
                          </a:ext>
                        </a:extLst>
                      </p:cNvPr>
                      <p:cNvPicPr/>
                      <p:nvPr/>
                    </p:nvPicPr>
                    <p:blipFill>
                      <a:blip r:embed="rId34"/>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123D1FE8-6B96-A9DD-8F37-A46DE937B6B0}"/>
              </a:ext>
            </a:extLst>
          </p:cNvPr>
          <p:cNvSpPr>
            <a:spLocks noGrp="1"/>
          </p:cNvSpPr>
          <p:nvPr>
            <p:ph type="title"/>
          </p:nvPr>
        </p:nvSpPr>
        <p:spPr>
          <a:xfrm>
            <a:off x="838200" y="365125"/>
            <a:ext cx="10731500" cy="587375"/>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0CF6BB-0331-E03F-A282-0E50930358CF}"/>
              </a:ext>
            </a:extLst>
          </p:cNvPr>
          <p:cNvSpPr>
            <a:spLocks noGrp="1"/>
          </p:cNvSpPr>
          <p:nvPr>
            <p:ph type="body" idx="1"/>
          </p:nvPr>
        </p:nvSpPr>
        <p:spPr>
          <a:xfrm>
            <a:off x="838200" y="1253331"/>
            <a:ext cx="107569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57FD1AF8-E66E-D189-B6A7-792B8FC3377E}"/>
              </a:ext>
            </a:extLst>
          </p:cNvPr>
          <p:cNvSpPr txBox="1"/>
          <p:nvPr userDrawn="1"/>
        </p:nvSpPr>
        <p:spPr>
          <a:xfrm>
            <a:off x="11699119" y="6651098"/>
            <a:ext cx="244256" cy="123111"/>
          </a:xfrm>
          <a:prstGeom prst="rect">
            <a:avLst/>
          </a:prstGeom>
          <a:noFill/>
        </p:spPr>
        <p:txBody>
          <a:bodyPr wrap="square" lIns="0" tIns="0" rIns="0" bIns="0" rtlCol="0" anchor="b" anchorCtr="0">
            <a:spAutoFit/>
          </a:bodyPr>
          <a:lstStyle/>
          <a:p>
            <a:pPr marL="0" marR="0" lvl="0" indent="0" algn="r" defTabSz="685732" rtl="0" eaLnBrk="1" fontAlgn="auto" latinLnBrk="0" hangingPunct="1">
              <a:lnSpc>
                <a:spcPct val="100000"/>
              </a:lnSpc>
              <a:spcBef>
                <a:spcPts val="0"/>
              </a:spcBef>
              <a:spcAft>
                <a:spcPts val="0"/>
              </a:spcAft>
              <a:buClrTx/>
              <a:buSzTx/>
              <a:buFontTx/>
              <a:buNone/>
              <a:tabLst/>
              <a:defRPr/>
            </a:pPr>
            <a:fld id="{4A43A361-465D-CD48-993B-0539398CECFD}" type="slidenum">
              <a:rPr lang="en-US" sz="800" b="0" i="0" spc="68" baseline="0" smtClean="0">
                <a:solidFill>
                  <a:schemeClr val="tx2"/>
                </a:solidFill>
                <a:latin typeface="Arial" panose="020B0604020202020204" pitchFamily="34" charset="0"/>
                <a:cs typeface="Arial" panose="020B0604020202020204" pitchFamily="34" charset="0"/>
              </a:rPr>
              <a:pPr marL="0" marR="0" lvl="0" indent="0" algn="r" defTabSz="685732" rtl="0" eaLnBrk="1" fontAlgn="auto" latinLnBrk="0" hangingPunct="1">
                <a:lnSpc>
                  <a:spcPct val="100000"/>
                </a:lnSpc>
                <a:spcBef>
                  <a:spcPts val="0"/>
                </a:spcBef>
                <a:spcAft>
                  <a:spcPts val="0"/>
                </a:spcAft>
                <a:buClrTx/>
                <a:buSzTx/>
                <a:buFontTx/>
                <a:buNone/>
                <a:tabLst/>
                <a:defRPr/>
              </a:pPr>
              <a:t>‹#›</a:t>
            </a:fld>
            <a:endParaRPr lang="en-US" sz="800" b="0" i="0" spc="68" baseline="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4953417"/>
      </p:ext>
    </p:extLst>
  </p:cSld>
  <p:clrMap bg1="lt1" tx1="dk1" bg2="lt2" tx2="dk2" accent1="accent1" accent2="accent2" accent3="accent3" accent4="accent4" accent5="accent5" accent6="accent6" hlink="hlink" folHlink="folHlink"/>
  <p:sldLayoutIdLst>
    <p:sldLayoutId id="2147484022" r:id="rId1"/>
    <p:sldLayoutId id="2147484023" r:id="rId2"/>
    <p:sldLayoutId id="2147484025" r:id="rId3"/>
    <p:sldLayoutId id="2147484026" r:id="rId4"/>
    <p:sldLayoutId id="2147484027" r:id="rId5"/>
    <p:sldLayoutId id="2147484028" r:id="rId6"/>
    <p:sldLayoutId id="2147484029" r:id="rId7"/>
    <p:sldLayoutId id="2147484030" r:id="rId8"/>
    <p:sldLayoutId id="2147484031" r:id="rId9"/>
    <p:sldLayoutId id="2147484032" r:id="rId10"/>
    <p:sldLayoutId id="2147484033" r:id="rId11"/>
    <p:sldLayoutId id="2147484034" r:id="rId12"/>
    <p:sldLayoutId id="2147484035" r:id="rId13"/>
    <p:sldLayoutId id="2147484036" r:id="rId14"/>
    <p:sldLayoutId id="2147484037" r:id="rId15"/>
    <p:sldLayoutId id="2147484038" r:id="rId16"/>
    <p:sldLayoutId id="2147484039" r:id="rId17"/>
    <p:sldLayoutId id="2147484040" r:id="rId18"/>
    <p:sldLayoutId id="2147484041" r:id="rId19"/>
    <p:sldLayoutId id="2147484042" r:id="rId20"/>
    <p:sldLayoutId id="2147484043" r:id="rId21"/>
    <p:sldLayoutId id="2147484045" r:id="rId22"/>
    <p:sldLayoutId id="2147484046" r:id="rId23"/>
    <p:sldLayoutId id="2147484047" r:id="rId24"/>
    <p:sldLayoutId id="2147484048" r:id="rId25"/>
    <p:sldLayoutId id="2147484049" r:id="rId26"/>
    <p:sldLayoutId id="2147484050" r:id="rId27"/>
    <p:sldLayoutId id="2147484051" r:id="rId28"/>
    <p:sldLayoutId id="2147484052" r:id="rId29"/>
  </p:sldLayoutIdLst>
  <p:txStyles>
    <p:titleStyle>
      <a:lvl1pPr algn="l" defTabSz="914400" rtl="0" eaLnBrk="1" latinLnBrk="0" hangingPunct="1">
        <a:lnSpc>
          <a:spcPct val="90000"/>
        </a:lnSpc>
        <a:spcBef>
          <a:spcPct val="0"/>
        </a:spcBef>
        <a:buNone/>
        <a:defRPr sz="3200" kern="1200">
          <a:solidFill>
            <a:schemeClr val="tx2"/>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400" kern="1200">
          <a:solidFill>
            <a:schemeClr val="tx2"/>
          </a:solidFill>
          <a:latin typeface="Helvetica" pitchFamily="2" charset="0"/>
          <a:ea typeface="+mn-ea"/>
          <a:cs typeface="+mn-cs"/>
        </a:defRPr>
      </a:lvl1pPr>
      <a:lvl2pPr marL="571500" indent="-292100" algn="l" defTabSz="914400" rtl="0" eaLnBrk="1" latinLnBrk="0" hangingPunct="1">
        <a:lnSpc>
          <a:spcPct val="90000"/>
        </a:lnSpc>
        <a:spcBef>
          <a:spcPts val="500"/>
        </a:spcBef>
        <a:buFont typeface="System Font Regular"/>
        <a:buChar char="—"/>
        <a:tabLst/>
        <a:defRPr sz="2000" kern="1200">
          <a:solidFill>
            <a:schemeClr val="tx2"/>
          </a:solidFill>
          <a:latin typeface="Helvetica" pitchFamily="2" charset="0"/>
          <a:ea typeface="+mn-ea"/>
          <a:cs typeface="+mn-cs"/>
        </a:defRPr>
      </a:lvl2pPr>
      <a:lvl3pPr marL="800100" indent="-228600" algn="l" defTabSz="914400" rtl="0" eaLnBrk="1" latinLnBrk="0" hangingPunct="1">
        <a:lnSpc>
          <a:spcPct val="90000"/>
        </a:lnSpc>
        <a:spcBef>
          <a:spcPts val="500"/>
        </a:spcBef>
        <a:buFont typeface="Arial" panose="020B0604020202020204" pitchFamily="34" charset="0"/>
        <a:buChar char="•"/>
        <a:tabLst/>
        <a:defRPr sz="1800" kern="1200">
          <a:solidFill>
            <a:schemeClr val="tx2"/>
          </a:solidFill>
          <a:latin typeface="Helvetica" pitchFamily="2" charset="0"/>
          <a:ea typeface="+mn-ea"/>
          <a:cs typeface="+mn-cs"/>
        </a:defRPr>
      </a:lvl3pPr>
      <a:lvl4pPr marL="1028700" indent="-228600" algn="l" defTabSz="914400" rtl="0" eaLnBrk="1" latinLnBrk="0" hangingPunct="1">
        <a:lnSpc>
          <a:spcPct val="90000"/>
        </a:lnSpc>
        <a:spcBef>
          <a:spcPts val="500"/>
        </a:spcBef>
        <a:buFont typeface="System Font Regular"/>
        <a:buChar char="—"/>
        <a:tabLst/>
        <a:defRPr sz="1600" kern="1200">
          <a:solidFill>
            <a:schemeClr val="tx2"/>
          </a:solidFill>
          <a:latin typeface="Helvetica" pitchFamily="2" charset="0"/>
          <a:ea typeface="+mn-ea"/>
          <a:cs typeface="+mn-cs"/>
        </a:defRPr>
      </a:lvl4pPr>
      <a:lvl5pPr marL="1257300" indent="-228600" algn="l" defTabSz="914400" rtl="0" eaLnBrk="1" latinLnBrk="0" hangingPunct="1">
        <a:lnSpc>
          <a:spcPct val="90000"/>
        </a:lnSpc>
        <a:spcBef>
          <a:spcPts val="500"/>
        </a:spcBef>
        <a:buFont typeface="Arial" panose="020B0604020202020204" pitchFamily="34" charset="0"/>
        <a:buChar char="•"/>
        <a:tabLst/>
        <a:defRPr sz="1600" kern="1200">
          <a:solidFill>
            <a:schemeClr val="tx2"/>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76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5D590-DBCB-78BB-BA20-9CD7295D2EE3}"/>
              </a:ext>
            </a:extLst>
          </p:cNvPr>
          <p:cNvSpPr>
            <a:spLocks noGrp="1"/>
          </p:cNvSpPr>
          <p:nvPr>
            <p:ph type="title"/>
          </p:nvPr>
        </p:nvSpPr>
        <p:spPr>
          <a:xfrm>
            <a:off x="403335" y="166416"/>
            <a:ext cx="11525906" cy="705838"/>
          </a:xfrm>
        </p:spPr>
        <p:txBody>
          <a:bodyPr/>
          <a:lstStyle/>
          <a:p>
            <a:r>
              <a:rPr lang="en-US" dirty="0"/>
              <a:t>Executive Summary</a:t>
            </a:r>
          </a:p>
        </p:txBody>
      </p:sp>
      <p:sp>
        <p:nvSpPr>
          <p:cNvPr id="4" name="TextBox 3">
            <a:extLst>
              <a:ext uri="{FF2B5EF4-FFF2-40B4-BE49-F238E27FC236}">
                <a16:creationId xmlns:a16="http://schemas.microsoft.com/office/drawing/2014/main" id="{E4D37701-C611-C52B-095A-A28C9E52BA98}"/>
              </a:ext>
            </a:extLst>
          </p:cNvPr>
          <p:cNvSpPr txBox="1"/>
          <p:nvPr/>
        </p:nvSpPr>
        <p:spPr>
          <a:xfrm>
            <a:off x="403335" y="1136774"/>
            <a:ext cx="4724142" cy="5447645"/>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GP is offering a $195 million co-investment opportunity (on a no fee, no carry to GP’s basis) for oil and gas royalty and mineral assets (referred to as “minerals” herein) alongside another fund that Fortitude has invested and the highly successful management team.</a:t>
            </a:r>
          </a:p>
          <a:p>
            <a:pPr marL="628650" lvl="1"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The purchase and sale agreement (“PSA”) for the acquisition of the core DJ basin position (referred to as “DJ Royalties Asset” herein) has been signed and closing is anticipated on December 1</a:t>
            </a:r>
            <a:r>
              <a:rPr lang="en-US" sz="1200" baseline="30000" dirty="0">
                <a:latin typeface="Arial" panose="020B0604020202020204" pitchFamily="34" charset="0"/>
                <a:cs typeface="Arial" panose="020B0604020202020204" pitchFamily="34" charset="0"/>
              </a:rPr>
              <a:t>st</a:t>
            </a:r>
            <a:endParaRPr lang="en-US" sz="1200" dirty="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Co-Invest entity will be fully funded at close and anticipates making quarterly distributions from the co-invest entity starting with the Q3 2026 distribution, consistent with the Fortitude invested fund’s distribution cadence</a:t>
            </a: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The opportunity is a ~246k net royalty acre (“NRA”) package in the core of the DJ Basin, primarily operated by AA (~52% of the NAV) and BB (~22% of the NAV), who, together, are running ~40% of the basin’s total rigs and represent over 70% of the allocated NAV</a:t>
            </a:r>
          </a:p>
          <a:p>
            <a:pPr marL="628650" lvl="1"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The acquisition, which represents 4.6x NTM multiple, is forecasted to generate a 10-year corporate net return of 18% IRR / 1.94x ROI at strip (upside case of 22% IRR / 2.31x ROI at $70 / $3.25 flat pricing)</a:t>
            </a:r>
          </a:p>
          <a:p>
            <a:pPr marL="628650" lvl="1"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Projected average 5-year free cash flow yield of ~24% with equity payback in less than 5 years</a:t>
            </a: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Asset is highly diversified (no DSU makes up &gt;3% of the purchase price) and has attractive downside protection (producing value (“PDP”) PV-0 / purchase price of 1.3x) and 10-year average levered free cash flow yield of ~19%</a:t>
            </a:r>
          </a:p>
        </p:txBody>
      </p:sp>
      <p:pic>
        <p:nvPicPr>
          <p:cNvPr id="6" name="Picture 5">
            <a:extLst>
              <a:ext uri="{FF2B5EF4-FFF2-40B4-BE49-F238E27FC236}">
                <a16:creationId xmlns:a16="http://schemas.microsoft.com/office/drawing/2014/main" id="{26F92B02-05F0-AAD3-9B1F-FE063379D944}"/>
              </a:ext>
            </a:extLst>
          </p:cNvPr>
          <p:cNvPicPr>
            <a:picLocks noChangeAspect="1"/>
          </p:cNvPicPr>
          <p:nvPr/>
        </p:nvPicPr>
        <p:blipFill>
          <a:blip r:embed="rId2"/>
          <a:stretch>
            <a:fillRect/>
          </a:stretch>
        </p:blipFill>
        <p:spPr>
          <a:xfrm>
            <a:off x="5631679" y="4208059"/>
            <a:ext cx="6093738" cy="2376360"/>
          </a:xfrm>
          <a:prstGeom prst="rect">
            <a:avLst/>
          </a:prstGeom>
        </p:spPr>
      </p:pic>
      <p:sp>
        <p:nvSpPr>
          <p:cNvPr id="11" name="TextBox 10">
            <a:extLst>
              <a:ext uri="{FF2B5EF4-FFF2-40B4-BE49-F238E27FC236}">
                <a16:creationId xmlns:a16="http://schemas.microsoft.com/office/drawing/2014/main" id="{0A2197E0-4508-DEA2-15B4-06408F9026D3}"/>
              </a:ext>
            </a:extLst>
          </p:cNvPr>
          <p:cNvSpPr txBox="1"/>
          <p:nvPr/>
        </p:nvSpPr>
        <p:spPr>
          <a:xfrm>
            <a:off x="403334" y="850626"/>
            <a:ext cx="4724142" cy="307777"/>
          </a:xfrm>
          <a:prstGeom prst="rect">
            <a:avLst/>
          </a:prstGeom>
          <a:solidFill>
            <a:srgbClr val="1D4D74"/>
          </a:solidFill>
        </p:spPr>
        <p:txBody>
          <a:bodyPr wrap="square" rtlCol="0">
            <a:spAutoFit/>
          </a:bodyPr>
          <a:lstStyle/>
          <a:p>
            <a:pPr algn="ctr"/>
            <a:r>
              <a:rPr lang="en-US" sz="1400" b="1" dirty="0">
                <a:solidFill>
                  <a:schemeClr val="bg1"/>
                </a:solidFill>
                <a:latin typeface="Arial" panose="020B0604020202020204" pitchFamily="34" charset="0"/>
                <a:cs typeface="Arial" panose="020B0604020202020204" pitchFamily="34" charset="0"/>
              </a:rPr>
              <a:t>Investment Background</a:t>
            </a:r>
          </a:p>
        </p:txBody>
      </p:sp>
      <p:sp>
        <p:nvSpPr>
          <p:cNvPr id="12" name="TextBox 11">
            <a:extLst>
              <a:ext uri="{FF2B5EF4-FFF2-40B4-BE49-F238E27FC236}">
                <a16:creationId xmlns:a16="http://schemas.microsoft.com/office/drawing/2014/main" id="{4EBC176D-B94F-C5BE-E770-DAA17481BBF9}"/>
              </a:ext>
            </a:extLst>
          </p:cNvPr>
          <p:cNvSpPr txBox="1"/>
          <p:nvPr/>
        </p:nvSpPr>
        <p:spPr>
          <a:xfrm>
            <a:off x="5631679" y="850625"/>
            <a:ext cx="6156986" cy="307777"/>
          </a:xfrm>
          <a:prstGeom prst="rect">
            <a:avLst/>
          </a:prstGeom>
          <a:solidFill>
            <a:srgbClr val="1D4D74"/>
          </a:solidFill>
        </p:spPr>
        <p:txBody>
          <a:bodyPr wrap="square" rtlCol="0">
            <a:spAutoFit/>
          </a:bodyPr>
          <a:lstStyle/>
          <a:p>
            <a:pPr algn="ctr"/>
            <a:r>
              <a:rPr lang="en-US" sz="1400" b="1" dirty="0">
                <a:solidFill>
                  <a:schemeClr val="bg1"/>
                </a:solidFill>
                <a:latin typeface="Arial" panose="020B0604020202020204" pitchFamily="34" charset="0"/>
                <a:cs typeface="Arial" panose="020B0604020202020204" pitchFamily="34" charset="0"/>
              </a:rPr>
              <a:t>Attractive Asset Relative to Public Comparable</a:t>
            </a:r>
          </a:p>
        </p:txBody>
      </p:sp>
      <p:pic>
        <p:nvPicPr>
          <p:cNvPr id="14" name="Picture 13">
            <a:extLst>
              <a:ext uri="{FF2B5EF4-FFF2-40B4-BE49-F238E27FC236}">
                <a16:creationId xmlns:a16="http://schemas.microsoft.com/office/drawing/2014/main" id="{0899B052-8D11-73E4-2A7B-84CE37EDDC98}"/>
              </a:ext>
            </a:extLst>
          </p:cNvPr>
          <p:cNvPicPr>
            <a:picLocks noChangeAspect="1"/>
          </p:cNvPicPr>
          <p:nvPr/>
        </p:nvPicPr>
        <p:blipFill>
          <a:blip r:embed="rId3"/>
          <a:stretch>
            <a:fillRect/>
          </a:stretch>
        </p:blipFill>
        <p:spPr>
          <a:xfrm>
            <a:off x="5631679" y="1248793"/>
            <a:ext cx="6297562" cy="2514510"/>
          </a:xfrm>
          <a:prstGeom prst="rect">
            <a:avLst/>
          </a:prstGeom>
        </p:spPr>
      </p:pic>
    </p:spTree>
    <p:extLst>
      <p:ext uri="{BB962C8B-B14F-4D97-AF65-F5344CB8AC3E}">
        <p14:creationId xmlns:p14="http://schemas.microsoft.com/office/powerpoint/2010/main" val="18977414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9D59BAE-EDA4-CFDF-3131-BDB585BA3794}"/>
              </a:ext>
            </a:extLst>
          </p:cNvPr>
          <p:cNvSpPr>
            <a:spLocks noGrp="1"/>
          </p:cNvSpPr>
          <p:nvPr>
            <p:ph type="body" sz="quarter" idx="15"/>
          </p:nvPr>
        </p:nvSpPr>
        <p:spPr>
          <a:xfrm>
            <a:off x="1993760" y="1428141"/>
            <a:ext cx="9703566" cy="1138888"/>
          </a:xfrm>
        </p:spPr>
        <p:txBody>
          <a:bodyPr>
            <a:normAutofit/>
          </a:bodyPr>
          <a:lstStyle/>
          <a:p>
            <a:r>
              <a:rPr lang="en-US" sz="1400" b="1" dirty="0">
                <a:latin typeface="Arial" panose="020B0604020202020204" pitchFamily="34" charset="0"/>
                <a:cs typeface="Arial" panose="020B0604020202020204" pitchFamily="34" charset="0"/>
              </a:rPr>
              <a:t>Scalable mineral asset with compelling underlying single-well operator economics and a strong combination of seasoned production and low-risk development from Drilled but Uncompleted Wells (“DUCs”), Permits and permits-in-process (“APDs”)</a:t>
            </a:r>
            <a:endParaRPr lang="en-US" sz="1400" dirty="0">
              <a:latin typeface="Arial" panose="020B0604020202020204" pitchFamily="34" charset="0"/>
              <a:cs typeface="Arial" panose="020B0604020202020204" pitchFamily="34" charset="0"/>
            </a:endParaRPr>
          </a:p>
        </p:txBody>
      </p:sp>
      <p:sp>
        <p:nvSpPr>
          <p:cNvPr id="5" name="Text Placeholder 4">
            <a:extLst>
              <a:ext uri="{FF2B5EF4-FFF2-40B4-BE49-F238E27FC236}">
                <a16:creationId xmlns:a16="http://schemas.microsoft.com/office/drawing/2014/main" id="{37705209-CFCD-C102-BFD4-1A89DDEF66D8}"/>
              </a:ext>
            </a:extLst>
          </p:cNvPr>
          <p:cNvSpPr>
            <a:spLocks noGrp="1"/>
          </p:cNvSpPr>
          <p:nvPr>
            <p:ph type="body" sz="quarter" idx="16"/>
          </p:nvPr>
        </p:nvSpPr>
        <p:spPr>
          <a:xfrm>
            <a:off x="1993760" y="2319905"/>
            <a:ext cx="9703566" cy="1138888"/>
          </a:xfrm>
        </p:spPr>
        <p:txBody>
          <a:bodyPr>
            <a:normAutofit/>
          </a:bodyPr>
          <a:lstStyle/>
          <a:p>
            <a:r>
              <a:rPr lang="en-US" sz="1400" b="1" dirty="0">
                <a:latin typeface="Arial" panose="020B0604020202020204" pitchFamily="34" charset="0"/>
                <a:cs typeface="Arial" panose="020B0604020202020204" pitchFamily="34" charset="0"/>
              </a:rPr>
              <a:t>Robust downside protection provided through known reserve categories; PV-0 of PDP, DUCs &amp; Permits results in 1.6x coverage of the purchase price</a:t>
            </a:r>
            <a:endParaRPr lang="en-US" sz="1400" dirty="0">
              <a:latin typeface="Arial" panose="020B0604020202020204" pitchFamily="34" charset="0"/>
              <a:cs typeface="Arial" panose="020B0604020202020204" pitchFamily="34" charset="0"/>
            </a:endParaRPr>
          </a:p>
        </p:txBody>
      </p:sp>
      <p:sp>
        <p:nvSpPr>
          <p:cNvPr id="6" name="Text Placeholder 5">
            <a:extLst>
              <a:ext uri="{FF2B5EF4-FFF2-40B4-BE49-F238E27FC236}">
                <a16:creationId xmlns:a16="http://schemas.microsoft.com/office/drawing/2014/main" id="{E1DA29E0-4548-410D-51B6-4C496525F413}"/>
              </a:ext>
            </a:extLst>
          </p:cNvPr>
          <p:cNvSpPr>
            <a:spLocks noGrp="1"/>
          </p:cNvSpPr>
          <p:nvPr>
            <p:ph type="body" sz="quarter" idx="17"/>
          </p:nvPr>
        </p:nvSpPr>
        <p:spPr>
          <a:xfrm>
            <a:off x="1993760" y="3059898"/>
            <a:ext cx="9703566" cy="1138888"/>
          </a:xfrm>
        </p:spPr>
        <p:txBody>
          <a:bodyPr>
            <a:normAutofit/>
          </a:bodyPr>
          <a:lstStyle/>
          <a:p>
            <a:r>
              <a:rPr lang="en-US" sz="1400" b="1" dirty="0">
                <a:latin typeface="Arial" panose="020B0604020202020204" pitchFamily="34" charset="0"/>
                <a:cs typeface="Arial" panose="020B0604020202020204" pitchFamily="34" charset="0"/>
              </a:rPr>
              <a:t>Substantial current cash flow provides immediate yield and is supported by high-confidence, near-term DUC and Permit inventory; average ten-year free cash flow yield of ~19%</a:t>
            </a:r>
            <a:endParaRPr lang="en-US" sz="1400" dirty="0">
              <a:latin typeface="Arial" panose="020B0604020202020204" pitchFamily="34" charset="0"/>
              <a:cs typeface="Arial" panose="020B0604020202020204" pitchFamily="34" charset="0"/>
            </a:endParaRPr>
          </a:p>
        </p:txBody>
      </p:sp>
      <p:sp>
        <p:nvSpPr>
          <p:cNvPr id="7" name="Text Placeholder 6">
            <a:extLst>
              <a:ext uri="{FF2B5EF4-FFF2-40B4-BE49-F238E27FC236}">
                <a16:creationId xmlns:a16="http://schemas.microsoft.com/office/drawing/2014/main" id="{00599FFF-BFA8-98E0-F799-8619B2CCD4B6}"/>
              </a:ext>
            </a:extLst>
          </p:cNvPr>
          <p:cNvSpPr>
            <a:spLocks noGrp="1"/>
          </p:cNvSpPr>
          <p:nvPr>
            <p:ph type="body" sz="quarter" idx="18"/>
          </p:nvPr>
        </p:nvSpPr>
        <p:spPr>
          <a:xfrm>
            <a:off x="1993760" y="3912480"/>
            <a:ext cx="9703566" cy="1138888"/>
          </a:xfrm>
        </p:spPr>
        <p:txBody>
          <a:bodyPr>
            <a:normAutofit/>
          </a:bodyPr>
          <a:lstStyle/>
          <a:p>
            <a:r>
              <a:rPr lang="en-US" sz="1400" b="1" dirty="0">
                <a:latin typeface="Arial" panose="020B0604020202020204" pitchFamily="34" charset="0"/>
                <a:cs typeface="Arial" panose="020B0604020202020204" pitchFamily="34" charset="0"/>
              </a:rPr>
              <a:t>Diversified position (no DSU is &gt;3% of allocated value) with exposure to the most active operators in the basin (AA and BB are currently running 40% of basin rigs) and have publicly committed to long-term development</a:t>
            </a:r>
            <a:endParaRPr lang="en-US" sz="14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293F072B-D4AA-A6D3-6ACE-DD6C72481B2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Investment Highlights</a:t>
            </a:r>
          </a:p>
        </p:txBody>
      </p:sp>
      <p:sp>
        <p:nvSpPr>
          <p:cNvPr id="8" name="Text Placeholder 6">
            <a:extLst>
              <a:ext uri="{FF2B5EF4-FFF2-40B4-BE49-F238E27FC236}">
                <a16:creationId xmlns:a16="http://schemas.microsoft.com/office/drawing/2014/main" id="{EA6A967F-F9BA-0821-A7C8-54BFCFAA0481}"/>
              </a:ext>
            </a:extLst>
          </p:cNvPr>
          <p:cNvSpPr txBox="1">
            <a:spLocks/>
          </p:cNvSpPr>
          <p:nvPr/>
        </p:nvSpPr>
        <p:spPr>
          <a:xfrm>
            <a:off x="1993760" y="4929390"/>
            <a:ext cx="9703566" cy="1138888"/>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0"/>
              </a:spcBef>
              <a:buClr>
                <a:schemeClr val="accent1"/>
              </a:buClr>
              <a:buFont typeface="Wingdings" pitchFamily="2" charset="2"/>
              <a:buChar char="§"/>
              <a:defRPr sz="1800" kern="1200">
                <a:solidFill>
                  <a:schemeClr val="tx2"/>
                </a:solidFill>
                <a:latin typeface="Helvetica" pitchFamily="2" charset="0"/>
                <a:ea typeface="+mn-ea"/>
                <a:cs typeface="+mn-cs"/>
              </a:defRPr>
            </a:lvl1pPr>
            <a:lvl2pPr marL="515938" indent="-344488" algn="l" defTabSz="914400" rtl="0" eaLnBrk="1" latinLnBrk="0" hangingPunct="1">
              <a:lnSpc>
                <a:spcPct val="100000"/>
              </a:lnSpc>
              <a:spcBef>
                <a:spcPts val="0"/>
              </a:spcBef>
              <a:buFont typeface="System Font Regular"/>
              <a:buChar char="—"/>
              <a:tabLst/>
              <a:defRPr sz="1600" kern="1200">
                <a:solidFill>
                  <a:schemeClr val="tx2"/>
                </a:solidFill>
                <a:latin typeface="Helvetica" pitchFamily="2" charset="0"/>
                <a:ea typeface="+mn-ea"/>
                <a:cs typeface="+mn-cs"/>
              </a:defRPr>
            </a:lvl2pPr>
            <a:lvl3pPr marL="685731" indent="0" algn="l" defTabSz="914400" rtl="0" eaLnBrk="1" latinLnBrk="0" hangingPunct="1">
              <a:lnSpc>
                <a:spcPct val="100000"/>
              </a:lnSpc>
              <a:spcBef>
                <a:spcPts val="0"/>
              </a:spcBef>
              <a:buFont typeface="Arial" panose="020B0604020202020204" pitchFamily="34" charset="0"/>
              <a:buNone/>
              <a:tabLst/>
              <a:defRPr sz="1400" kern="1200">
                <a:solidFill>
                  <a:schemeClr val="tx2"/>
                </a:solidFill>
                <a:latin typeface="Helvetica" pitchFamily="2" charset="0"/>
                <a:ea typeface="+mn-ea"/>
                <a:cs typeface="+mn-cs"/>
              </a:defRPr>
            </a:lvl3pPr>
            <a:lvl4pPr marL="1028700" indent="-228600" algn="l" defTabSz="914400" rtl="0" eaLnBrk="1" latinLnBrk="0" hangingPunct="1">
              <a:lnSpc>
                <a:spcPct val="100000"/>
              </a:lnSpc>
              <a:spcBef>
                <a:spcPts val="0"/>
              </a:spcBef>
              <a:buFont typeface="System Font Regular"/>
              <a:buChar char="—"/>
              <a:tabLst/>
              <a:defRPr sz="1100" kern="1200">
                <a:solidFill>
                  <a:schemeClr val="tx2"/>
                </a:solidFill>
                <a:latin typeface="Helvetica" pitchFamily="2" charset="0"/>
                <a:ea typeface="+mn-ea"/>
                <a:cs typeface="+mn-cs"/>
              </a:defRPr>
            </a:lvl4pPr>
            <a:lvl5pPr marL="1257300" indent="-228600" algn="l" defTabSz="914400" rtl="0" eaLnBrk="1" latinLnBrk="0" hangingPunct="1">
              <a:lnSpc>
                <a:spcPct val="100000"/>
              </a:lnSpc>
              <a:spcBef>
                <a:spcPts val="0"/>
              </a:spcBef>
              <a:buFont typeface="Arial" panose="020B0604020202020204" pitchFamily="34" charset="0"/>
              <a:buChar char="•"/>
              <a:tabLst/>
              <a:defRPr sz="1050" kern="1200">
                <a:solidFill>
                  <a:schemeClr val="tx2"/>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latin typeface="Arial" panose="020B0604020202020204" pitchFamily="34" charset="0"/>
                <a:cs typeface="Arial" panose="020B0604020202020204" pitchFamily="34" charset="0"/>
              </a:rPr>
              <a:t>Material upside potential through improved resource recovery (via tighter spacing or type curve outperformance) and development timing</a:t>
            </a:r>
            <a:endParaRPr lang="en-US" sz="1400" dirty="0">
              <a:latin typeface="Arial" panose="020B0604020202020204" pitchFamily="34" charset="0"/>
              <a:cs typeface="Arial" panose="020B0604020202020204" pitchFamily="34" charset="0"/>
            </a:endParaRPr>
          </a:p>
        </p:txBody>
      </p:sp>
      <p:sp>
        <p:nvSpPr>
          <p:cNvPr id="9" name="Text Placeholder 6">
            <a:extLst>
              <a:ext uri="{FF2B5EF4-FFF2-40B4-BE49-F238E27FC236}">
                <a16:creationId xmlns:a16="http://schemas.microsoft.com/office/drawing/2014/main" id="{1F277A58-E6A5-3420-80D7-D90A8AEFE051}"/>
              </a:ext>
            </a:extLst>
          </p:cNvPr>
          <p:cNvSpPr txBox="1">
            <a:spLocks/>
          </p:cNvSpPr>
          <p:nvPr/>
        </p:nvSpPr>
        <p:spPr>
          <a:xfrm>
            <a:off x="1993760" y="5781972"/>
            <a:ext cx="9703566" cy="1138888"/>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0"/>
              </a:spcBef>
              <a:buClr>
                <a:schemeClr val="accent1"/>
              </a:buClr>
              <a:buFont typeface="Wingdings" pitchFamily="2" charset="2"/>
              <a:buChar char="§"/>
              <a:defRPr sz="1800" kern="1200">
                <a:solidFill>
                  <a:schemeClr val="tx2"/>
                </a:solidFill>
                <a:latin typeface="Helvetica" pitchFamily="2" charset="0"/>
                <a:ea typeface="+mn-ea"/>
                <a:cs typeface="+mn-cs"/>
              </a:defRPr>
            </a:lvl1pPr>
            <a:lvl2pPr marL="515938" indent="-344488" algn="l" defTabSz="914400" rtl="0" eaLnBrk="1" latinLnBrk="0" hangingPunct="1">
              <a:lnSpc>
                <a:spcPct val="100000"/>
              </a:lnSpc>
              <a:spcBef>
                <a:spcPts val="0"/>
              </a:spcBef>
              <a:buFont typeface="System Font Regular"/>
              <a:buChar char="—"/>
              <a:tabLst/>
              <a:defRPr sz="1600" kern="1200">
                <a:solidFill>
                  <a:schemeClr val="tx2"/>
                </a:solidFill>
                <a:latin typeface="Helvetica" pitchFamily="2" charset="0"/>
                <a:ea typeface="+mn-ea"/>
                <a:cs typeface="+mn-cs"/>
              </a:defRPr>
            </a:lvl2pPr>
            <a:lvl3pPr marL="685731" indent="0" algn="l" defTabSz="914400" rtl="0" eaLnBrk="1" latinLnBrk="0" hangingPunct="1">
              <a:lnSpc>
                <a:spcPct val="100000"/>
              </a:lnSpc>
              <a:spcBef>
                <a:spcPts val="0"/>
              </a:spcBef>
              <a:buFont typeface="Arial" panose="020B0604020202020204" pitchFamily="34" charset="0"/>
              <a:buNone/>
              <a:tabLst/>
              <a:defRPr sz="1400" kern="1200">
                <a:solidFill>
                  <a:schemeClr val="tx2"/>
                </a:solidFill>
                <a:latin typeface="Helvetica" pitchFamily="2" charset="0"/>
                <a:ea typeface="+mn-ea"/>
                <a:cs typeface="+mn-cs"/>
              </a:defRPr>
            </a:lvl3pPr>
            <a:lvl4pPr marL="1028700" indent="-228600" algn="l" defTabSz="914400" rtl="0" eaLnBrk="1" latinLnBrk="0" hangingPunct="1">
              <a:lnSpc>
                <a:spcPct val="100000"/>
              </a:lnSpc>
              <a:spcBef>
                <a:spcPts val="0"/>
              </a:spcBef>
              <a:buFont typeface="System Font Regular"/>
              <a:buChar char="—"/>
              <a:tabLst/>
              <a:defRPr sz="1100" kern="1200">
                <a:solidFill>
                  <a:schemeClr val="tx2"/>
                </a:solidFill>
                <a:latin typeface="Helvetica" pitchFamily="2" charset="0"/>
                <a:ea typeface="+mn-ea"/>
                <a:cs typeface="+mn-cs"/>
              </a:defRPr>
            </a:lvl4pPr>
            <a:lvl5pPr marL="1257300" indent="-228600" algn="l" defTabSz="914400" rtl="0" eaLnBrk="1" latinLnBrk="0" hangingPunct="1">
              <a:lnSpc>
                <a:spcPct val="100000"/>
              </a:lnSpc>
              <a:spcBef>
                <a:spcPts val="0"/>
              </a:spcBef>
              <a:buFont typeface="Arial" panose="020B0604020202020204" pitchFamily="34" charset="0"/>
              <a:buChar char="•"/>
              <a:tabLst/>
              <a:defRPr sz="1050" kern="1200">
                <a:solidFill>
                  <a:schemeClr val="tx2"/>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latin typeface="Arial" panose="020B0604020202020204" pitchFamily="34" charset="0"/>
                <a:cs typeface="Arial" panose="020B0604020202020204" pitchFamily="34" charset="0"/>
              </a:rPr>
              <a:t>Base case underwriting ascribes minimal value to DSUs within 2,000’ setback rule; APDs de-risked through Comprehensive Area Plans, which have historically very high permit conversion rates</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2828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3B466-0264-BD4B-5C96-895701F3A5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D004BC-144E-33D9-FA4E-F6660097F1F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Co-Invest Equity Returns by Reserve Category</a:t>
            </a:r>
          </a:p>
        </p:txBody>
      </p:sp>
      <p:pic>
        <p:nvPicPr>
          <p:cNvPr id="10" name="Picture 9">
            <a:extLst>
              <a:ext uri="{FF2B5EF4-FFF2-40B4-BE49-F238E27FC236}">
                <a16:creationId xmlns:a16="http://schemas.microsoft.com/office/drawing/2014/main" id="{F7A73205-EB11-3598-173B-A350610A70F9}"/>
              </a:ext>
            </a:extLst>
          </p:cNvPr>
          <p:cNvPicPr>
            <a:picLocks noChangeAspect="1"/>
          </p:cNvPicPr>
          <p:nvPr/>
        </p:nvPicPr>
        <p:blipFill>
          <a:blip r:embed="rId3"/>
          <a:stretch>
            <a:fillRect/>
          </a:stretch>
        </p:blipFill>
        <p:spPr>
          <a:xfrm>
            <a:off x="1038314" y="1467983"/>
            <a:ext cx="10115372" cy="4842543"/>
          </a:xfrm>
          <a:prstGeom prst="rect">
            <a:avLst/>
          </a:prstGeom>
        </p:spPr>
      </p:pic>
    </p:spTree>
    <p:extLst>
      <p:ext uri="{BB962C8B-B14F-4D97-AF65-F5344CB8AC3E}">
        <p14:creationId xmlns:p14="http://schemas.microsoft.com/office/powerpoint/2010/main" val="2062386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89D13B-B581-3FD4-AC6F-7F4162358DDA}"/>
              </a:ext>
            </a:extLst>
          </p:cNvPr>
          <p:cNvSpPr>
            <a:spLocks noGrp="1"/>
          </p:cNvSpPr>
          <p:nvPr>
            <p:ph type="title"/>
          </p:nvPr>
        </p:nvSpPr>
        <p:spPr/>
        <p:txBody>
          <a:bodyPr/>
          <a:lstStyle/>
          <a:p>
            <a:r>
              <a:rPr lang="en-US" dirty="0"/>
              <a:t>Basic Characteristics</a:t>
            </a:r>
          </a:p>
        </p:txBody>
      </p:sp>
      <p:sp>
        <p:nvSpPr>
          <p:cNvPr id="5" name="TextBox 4">
            <a:extLst>
              <a:ext uri="{FF2B5EF4-FFF2-40B4-BE49-F238E27FC236}">
                <a16:creationId xmlns:a16="http://schemas.microsoft.com/office/drawing/2014/main" id="{1ADBB3FE-DB6D-A411-098F-CD62C4209639}"/>
              </a:ext>
            </a:extLst>
          </p:cNvPr>
          <p:cNvSpPr txBox="1"/>
          <p:nvPr/>
        </p:nvSpPr>
        <p:spPr>
          <a:xfrm>
            <a:off x="403335" y="1427148"/>
            <a:ext cx="11415499" cy="5078313"/>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Mature Production Profile: </a:t>
            </a:r>
            <a:r>
              <a:rPr lang="en-US">
                <a:latin typeface="Arial" panose="020B0604020202020204" pitchFamily="34" charset="0"/>
                <a:cs typeface="Arial" panose="020B0604020202020204" pitchFamily="34" charset="0"/>
              </a:rPr>
              <a:t>The DJ </a:t>
            </a:r>
            <a:r>
              <a:rPr lang="en-US" dirty="0">
                <a:latin typeface="Arial" panose="020B0604020202020204" pitchFamily="34" charset="0"/>
                <a:cs typeface="Arial" panose="020B0604020202020204" pitchFamily="34" charset="0"/>
              </a:rPr>
              <a:t>Basin has maintained ~1 </a:t>
            </a:r>
            <a:r>
              <a:rPr lang="en-US" dirty="0" err="1">
                <a:latin typeface="Arial" panose="020B0604020202020204" pitchFamily="34" charset="0"/>
                <a:cs typeface="Arial" panose="020B0604020202020204" pitchFamily="34" charset="0"/>
              </a:rPr>
              <a:t>MMBoe</a:t>
            </a:r>
            <a:r>
              <a:rPr lang="en-US" dirty="0">
                <a:latin typeface="Arial" panose="020B0604020202020204" pitchFamily="34" charset="0"/>
                <a:cs typeface="Arial" panose="020B0604020202020204" pitchFamily="34" charset="0"/>
              </a:rPr>
              <a:t>/d since mid-2018 and is</a:t>
            </a:r>
          </a:p>
          <a:p>
            <a:r>
              <a:rPr lang="en-US" dirty="0">
                <a:latin typeface="Arial" panose="020B0604020202020204" pitchFamily="34" charset="0"/>
                <a:cs typeface="Arial" panose="020B0604020202020204" pitchFamily="34" charset="0"/>
              </a:rPr>
              <a:t>projected to maintain that level of production through 2029. The basin is a meaningful cash flow</a:t>
            </a:r>
          </a:p>
          <a:p>
            <a:r>
              <a:rPr lang="en-US" dirty="0">
                <a:latin typeface="Arial" panose="020B0604020202020204" pitchFamily="34" charset="0"/>
                <a:cs typeface="Arial" panose="020B0604020202020204" pitchFamily="34" charset="0"/>
              </a:rPr>
              <a:t>driver for the in-basin public operators. Mature base production provides seasoned PDP and higher</a:t>
            </a:r>
          </a:p>
          <a:p>
            <a:r>
              <a:rPr lang="en-US" dirty="0">
                <a:latin typeface="Arial" panose="020B0604020202020204" pitchFamily="34" charset="0"/>
                <a:cs typeface="Arial" panose="020B0604020202020204" pitchFamily="34" charset="0"/>
              </a:rPr>
              <a:t>confidence in long-term decline curves and reserves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Compelling operator economics: </a:t>
            </a:r>
            <a:r>
              <a:rPr lang="en-US" dirty="0">
                <a:latin typeface="Arial" panose="020B0604020202020204" pitchFamily="34" charset="0"/>
                <a:cs typeface="Arial" panose="020B0604020202020204" pitchFamily="34" charset="0"/>
              </a:rPr>
              <a:t>The combination of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attractive single well rates of return and</a:t>
            </a:r>
          </a:p>
          <a:p>
            <a:r>
              <a:rPr lang="en-US" dirty="0">
                <a:latin typeface="Arial" panose="020B0604020202020204" pitchFamily="34" charset="0"/>
                <a:cs typeface="Arial" panose="020B0604020202020204" pitchFamily="34" charset="0"/>
              </a:rPr>
              <a:t>ii) fast cycle times has resulted in optimized development that provides opportunity for operators to</a:t>
            </a:r>
          </a:p>
          <a:p>
            <a:r>
              <a:rPr lang="en-US" dirty="0">
                <a:latin typeface="Arial" panose="020B0604020202020204" pitchFamily="34" charset="0"/>
                <a:cs typeface="Arial" panose="020B0604020202020204" pitchFamily="34" charset="0"/>
              </a:rPr>
              <a:t>compound capital efficiently while harvesting considerable free cash flow</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Largely Consolidated: </a:t>
            </a:r>
            <a:r>
              <a:rPr lang="en-US" dirty="0">
                <a:latin typeface="Arial" panose="020B0604020202020204" pitchFamily="34" charset="0"/>
                <a:cs typeface="Arial" panose="020B0604020202020204" pitchFamily="34" charset="0"/>
              </a:rPr>
              <a:t>The basin went through several large mergers and acquisitions over the</a:t>
            </a:r>
          </a:p>
          <a:p>
            <a:r>
              <a:rPr lang="en-US" dirty="0">
                <a:latin typeface="Arial" panose="020B0604020202020204" pitchFamily="34" charset="0"/>
                <a:cs typeface="Arial" panose="020B0604020202020204" pitchFamily="34" charset="0"/>
              </a:rPr>
              <a:t>past five years which has led to three large public companies holding an estimated ~95% of the sub-</a:t>
            </a:r>
          </a:p>
          <a:p>
            <a:r>
              <a:rPr lang="en-US" dirty="0">
                <a:latin typeface="Arial" panose="020B0604020202020204" pitchFamily="34" charset="0"/>
                <a:cs typeface="Arial" panose="020B0604020202020204" pitchFamily="34" charset="0"/>
              </a:rPr>
              <a:t>$50 breakeven inventory</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“Manufacturing Mode” Development: </a:t>
            </a:r>
            <a:r>
              <a:rPr lang="en-US" dirty="0">
                <a:latin typeface="Arial" panose="020B0604020202020204" pitchFamily="34" charset="0"/>
                <a:cs typeface="Arial" panose="020B0604020202020204" pitchFamily="34" charset="0"/>
              </a:rPr>
              <a:t>Roughly 85% of recent wells are co-completed</a:t>
            </a:r>
          </a:p>
          <a:p>
            <a:r>
              <a:rPr lang="en-US" dirty="0">
                <a:latin typeface="Arial" panose="020B0604020202020204" pitchFamily="34" charset="0"/>
                <a:cs typeface="Arial" panose="020B0604020202020204" pitchFamily="34" charset="0"/>
              </a:rPr>
              <a:t>(compared to only 45% in the Bakken</a:t>
            </a:r>
            <a:r>
              <a:rPr lang="en-US">
                <a:latin typeface="Arial" panose="020B0604020202020204" pitchFamily="34" charset="0"/>
                <a:cs typeface="Arial" panose="020B0604020202020204" pitchFamily="34" charset="0"/>
              </a:rPr>
              <a:t>). DJ </a:t>
            </a:r>
            <a:r>
              <a:rPr lang="en-US" dirty="0">
                <a:latin typeface="Arial" panose="020B0604020202020204" pitchFamily="34" charset="0"/>
                <a:cs typeface="Arial" panose="020B0604020202020204" pitchFamily="34" charset="0"/>
              </a:rPr>
              <a:t>Basin operators have led the industry in modern drilling</a:t>
            </a:r>
          </a:p>
          <a:p>
            <a:r>
              <a:rPr lang="en-US" dirty="0">
                <a:latin typeface="Arial" panose="020B0604020202020204" pitchFamily="34" charset="0"/>
                <a:cs typeface="Arial" panose="020B0604020202020204" pitchFamily="34" charset="0"/>
              </a:rPr>
              <a:t>and completion techniques. Since 2017, operators have developed ~2,200 Codell and ~5,600</a:t>
            </a:r>
          </a:p>
          <a:p>
            <a:r>
              <a:rPr lang="en-US" dirty="0">
                <a:latin typeface="Arial" panose="020B0604020202020204" pitchFamily="34" charset="0"/>
                <a:cs typeface="Arial" panose="020B0604020202020204" pitchFamily="34" charset="0"/>
              </a:rPr>
              <a:t>Niobrara locations. The industry is currently moving to ~2-4 mile development to efficiently develop</a:t>
            </a:r>
          </a:p>
          <a:p>
            <a:r>
              <a:rPr lang="en-US" dirty="0">
                <a:latin typeface="Arial" panose="020B0604020202020204" pitchFamily="34" charset="0"/>
                <a:cs typeface="Arial" panose="020B0604020202020204" pitchFamily="34" charset="0"/>
              </a:rPr>
              <a:t>the remaining resource</a:t>
            </a:r>
          </a:p>
        </p:txBody>
      </p:sp>
    </p:spTree>
    <p:extLst>
      <p:ext uri="{BB962C8B-B14F-4D97-AF65-F5344CB8AC3E}">
        <p14:creationId xmlns:p14="http://schemas.microsoft.com/office/powerpoint/2010/main" val="307710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7D678-5340-7AE8-B880-459EF81C6BB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B4076B-FED7-0F76-22C5-F1A9CFBCB2BA}"/>
              </a:ext>
            </a:extLst>
          </p:cNvPr>
          <p:cNvSpPr>
            <a:spLocks noGrp="1"/>
          </p:cNvSpPr>
          <p:nvPr>
            <p:ph type="title"/>
          </p:nvPr>
        </p:nvSpPr>
        <p:spPr/>
        <p:txBody>
          <a:bodyPr/>
          <a:lstStyle/>
          <a:p>
            <a:r>
              <a:rPr lang="en-US" dirty="0"/>
              <a:t>Asset Summary</a:t>
            </a:r>
          </a:p>
        </p:txBody>
      </p:sp>
      <p:pic>
        <p:nvPicPr>
          <p:cNvPr id="3" name="Picture 2">
            <a:extLst>
              <a:ext uri="{FF2B5EF4-FFF2-40B4-BE49-F238E27FC236}">
                <a16:creationId xmlns:a16="http://schemas.microsoft.com/office/drawing/2014/main" id="{82B6A0FD-76E8-8688-A2F6-843E5235736B}"/>
              </a:ext>
            </a:extLst>
          </p:cNvPr>
          <p:cNvPicPr>
            <a:picLocks noChangeAspect="1"/>
          </p:cNvPicPr>
          <p:nvPr/>
        </p:nvPicPr>
        <p:blipFill>
          <a:blip r:embed="rId2"/>
          <a:stretch>
            <a:fillRect/>
          </a:stretch>
        </p:blipFill>
        <p:spPr>
          <a:xfrm>
            <a:off x="403335" y="1376725"/>
            <a:ext cx="10935225" cy="5137771"/>
          </a:xfrm>
          <a:prstGeom prst="rect">
            <a:avLst/>
          </a:prstGeom>
        </p:spPr>
      </p:pic>
    </p:spTree>
    <p:extLst>
      <p:ext uri="{BB962C8B-B14F-4D97-AF65-F5344CB8AC3E}">
        <p14:creationId xmlns:p14="http://schemas.microsoft.com/office/powerpoint/2010/main" val="4001064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8A722-8800-B6F2-02E0-6A6F939D32E4}"/>
              </a:ext>
            </a:extLst>
          </p:cNvPr>
          <p:cNvSpPr>
            <a:spLocks noGrp="1"/>
          </p:cNvSpPr>
          <p:nvPr>
            <p:ph type="title"/>
          </p:nvPr>
        </p:nvSpPr>
        <p:spPr/>
        <p:txBody>
          <a:bodyPr/>
          <a:lstStyle/>
          <a:p>
            <a:r>
              <a:rPr lang="en-US" dirty="0"/>
              <a:t>Projected Returns Summary</a:t>
            </a:r>
          </a:p>
        </p:txBody>
      </p:sp>
      <p:pic>
        <p:nvPicPr>
          <p:cNvPr id="4" name="Picture 3">
            <a:extLst>
              <a:ext uri="{FF2B5EF4-FFF2-40B4-BE49-F238E27FC236}">
                <a16:creationId xmlns:a16="http://schemas.microsoft.com/office/drawing/2014/main" id="{8BCE167D-F4EF-7155-89E4-61497567EA1A}"/>
              </a:ext>
            </a:extLst>
          </p:cNvPr>
          <p:cNvPicPr>
            <a:picLocks noChangeAspect="1"/>
          </p:cNvPicPr>
          <p:nvPr/>
        </p:nvPicPr>
        <p:blipFill>
          <a:blip r:embed="rId2"/>
          <a:stretch>
            <a:fillRect/>
          </a:stretch>
        </p:blipFill>
        <p:spPr>
          <a:xfrm>
            <a:off x="777667" y="1366515"/>
            <a:ext cx="10636665" cy="4944011"/>
          </a:xfrm>
          <a:prstGeom prst="rect">
            <a:avLst/>
          </a:prstGeom>
        </p:spPr>
      </p:pic>
    </p:spTree>
    <p:extLst>
      <p:ext uri="{BB962C8B-B14F-4D97-AF65-F5344CB8AC3E}">
        <p14:creationId xmlns:p14="http://schemas.microsoft.com/office/powerpoint/2010/main" val="4145048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63E20-8A9F-0992-0F0D-7F6BC417E449}"/>
              </a:ext>
            </a:extLst>
          </p:cNvPr>
          <p:cNvSpPr>
            <a:spLocks noGrp="1"/>
          </p:cNvSpPr>
          <p:nvPr>
            <p:ph type="title"/>
          </p:nvPr>
        </p:nvSpPr>
        <p:spPr/>
        <p:txBody>
          <a:bodyPr/>
          <a:lstStyle/>
          <a:p>
            <a:r>
              <a:rPr lang="en-US" dirty="0"/>
              <a:t>Co-Investment Structure</a:t>
            </a:r>
          </a:p>
        </p:txBody>
      </p:sp>
      <p:sp>
        <p:nvSpPr>
          <p:cNvPr id="4" name="TextBox 3">
            <a:extLst>
              <a:ext uri="{FF2B5EF4-FFF2-40B4-BE49-F238E27FC236}">
                <a16:creationId xmlns:a16="http://schemas.microsoft.com/office/drawing/2014/main" id="{D9140515-CFB3-65E1-0210-511533AFA6B7}"/>
              </a:ext>
            </a:extLst>
          </p:cNvPr>
          <p:cNvSpPr txBox="1"/>
          <p:nvPr/>
        </p:nvSpPr>
        <p:spPr>
          <a:xfrm>
            <a:off x="403335" y="1389279"/>
            <a:ext cx="11525906" cy="3508653"/>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GP is offering a $195 million co-investment opportunity alongside a Fortitude Invested fund and the highly successful management team</a:t>
            </a:r>
          </a:p>
          <a:p>
            <a:pPr marL="171450" indent="-171450">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The PSA for the acquisition of </a:t>
            </a:r>
            <a:r>
              <a:rPr lang="en-US" sz="1200">
                <a:latin typeface="Arial" panose="020B0604020202020204" pitchFamily="34" charset="0"/>
                <a:cs typeface="Arial" panose="020B0604020202020204" pitchFamily="34" charset="0"/>
              </a:rPr>
              <a:t>the DJ </a:t>
            </a:r>
            <a:r>
              <a:rPr lang="en-US" sz="1200" dirty="0">
                <a:latin typeface="Arial" panose="020B0604020202020204" pitchFamily="34" charset="0"/>
                <a:cs typeface="Arial" panose="020B0604020202020204" pitchFamily="34" charset="0"/>
              </a:rPr>
              <a:t>Royalties Asset has been signed, and closing is anticipated on December 1</a:t>
            </a:r>
            <a:r>
              <a:rPr lang="en-US" sz="1200" baseline="30000" dirty="0">
                <a:latin typeface="Arial" panose="020B0604020202020204" pitchFamily="34" charset="0"/>
                <a:cs typeface="Arial" panose="020B0604020202020204" pitchFamily="34" charset="0"/>
              </a:rPr>
              <a:t>st</a:t>
            </a:r>
          </a:p>
          <a:p>
            <a:pPr marL="171450" indent="-171450">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Co-investors will not be charged any management fees, nor will GP receive any carried interest with respect to the co-investment</a:t>
            </a:r>
          </a:p>
          <a:p>
            <a:pPr marL="171450" indent="-171450">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Co-investment will be fully funded at close</a:t>
            </a:r>
          </a:p>
          <a:p>
            <a:pPr marL="171450" indent="-171450">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Passive equity holder in a co-investment vehicle that will own a sharing ratio in an entity alongside a Fortitude Invested fund, which will own an undivided interest in </a:t>
            </a:r>
            <a:r>
              <a:rPr lang="en-US" sz="1200">
                <a:latin typeface="Arial" panose="020B0604020202020204" pitchFamily="34" charset="0"/>
                <a:cs typeface="Arial" panose="020B0604020202020204" pitchFamily="34" charset="0"/>
              </a:rPr>
              <a:t>the DJ </a:t>
            </a:r>
            <a:r>
              <a:rPr lang="en-US" sz="1200" dirty="0">
                <a:latin typeface="Arial" panose="020B0604020202020204" pitchFamily="34" charset="0"/>
                <a:cs typeface="Arial" panose="020B0604020202020204" pitchFamily="34" charset="0"/>
              </a:rPr>
              <a:t>Royalties Asset</a:t>
            </a:r>
          </a:p>
          <a:p>
            <a:pPr marL="171450" indent="-171450">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GP will perform all management activities relating to the investment (exercise of approvals, voting, registration, etc.)</a:t>
            </a:r>
          </a:p>
          <a:p>
            <a:pPr marL="171450" indent="-171450">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Co-investment vehicle will be subject to the GP’s Administrative Services Agreement for day-to-day management of </a:t>
            </a:r>
            <a:r>
              <a:rPr lang="en-US" sz="1200">
                <a:latin typeface="Arial" panose="020B0604020202020204" pitchFamily="34" charset="0"/>
                <a:cs typeface="Arial" panose="020B0604020202020204" pitchFamily="34" charset="0"/>
              </a:rPr>
              <a:t>the DJ </a:t>
            </a:r>
            <a:r>
              <a:rPr lang="en-US" sz="1200" dirty="0">
                <a:latin typeface="Arial" panose="020B0604020202020204" pitchFamily="34" charset="0"/>
                <a:cs typeface="Arial" panose="020B0604020202020204" pitchFamily="34" charset="0"/>
              </a:rPr>
              <a:t>Royalties Asset and an GP management incentive plan, which are included in net returns shown throughout. Administrative Services Agreement has the same economic terms as passive mineral investments with currently active GP’s portfolio companies. G&amp;A reimbursement will be 75 bps of invested co-investor capital</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Co-investment vehicle will be responsible for any incremental direct costs (audit, legal, tax, third-party services) and pro rata share of the fund costs </a:t>
            </a:r>
          </a:p>
        </p:txBody>
      </p:sp>
    </p:spTree>
    <p:extLst>
      <p:ext uri="{BB962C8B-B14F-4D97-AF65-F5344CB8AC3E}">
        <p14:creationId xmlns:p14="http://schemas.microsoft.com/office/powerpoint/2010/main" val="26936610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5 Fortitude Template">
  <a:themeElements>
    <a:clrScheme name="Fortitude-Re 11-2024">
      <a:dk1>
        <a:srgbClr val="003649"/>
      </a:dk1>
      <a:lt1>
        <a:srgbClr val="FFFFFF"/>
      </a:lt1>
      <a:dk2>
        <a:srgbClr val="000000"/>
      </a:dk2>
      <a:lt2>
        <a:srgbClr val="CCFA57"/>
      </a:lt2>
      <a:accent1>
        <a:srgbClr val="0099D9"/>
      </a:accent1>
      <a:accent2>
        <a:srgbClr val="1D4D74"/>
      </a:accent2>
      <a:accent3>
        <a:srgbClr val="99C1C1"/>
      </a:accent3>
      <a:accent4>
        <a:srgbClr val="008983"/>
      </a:accent4>
      <a:accent5>
        <a:srgbClr val="99C1C1"/>
      </a:accent5>
      <a:accent6>
        <a:srgbClr val="800020"/>
      </a:accent6>
      <a:hlink>
        <a:srgbClr val="0099D9"/>
      </a:hlink>
      <a:folHlink>
        <a:srgbClr val="472836"/>
      </a:folHlink>
    </a:clrScheme>
    <a:fontScheme name="Constantia-Franklin Gothic Book">
      <a:majorFont>
        <a:latin typeface="Constantia" panose="02030602050306030303"/>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894a5da7-fccd-402d-80f6-48d766637872">
      <UserInfo>
        <DisplayName>Charles Nevins</DisplayName>
        <AccountId>24</AccountId>
        <AccountType/>
      </UserInfo>
      <UserInfo>
        <DisplayName>Sourav Sengupta</DisplayName>
        <AccountId>25</AccountId>
        <AccountType/>
      </UserInfo>
      <UserInfo>
        <DisplayName>Sheldon Epstein</DisplayName>
        <AccountId>26</AccountId>
        <AccountType/>
      </UserInfo>
      <UserInfo>
        <DisplayName>Ken Li</DisplayName>
        <AccountId>27</AccountId>
        <AccountType/>
      </UserInfo>
      <UserInfo>
        <DisplayName>John Morriss</DisplayName>
        <AccountId>28</AccountId>
        <AccountType/>
      </UserInfo>
      <UserInfo>
        <DisplayName>Max Zhang</DisplayName>
        <AccountId>31</AccountId>
        <AccountType/>
      </UserInfo>
      <UserInfo>
        <DisplayName>Ming Zhang</DisplayName>
        <AccountId>120</AccountId>
        <AccountType/>
      </UserInfo>
    </SharedWithUsers>
    <lcf76f155ced4ddcb4097134ff3c332f xmlns="4d68da5b-6064-4e82-b2df-f3bd25b86a10">
      <Terms xmlns="http://schemas.microsoft.com/office/infopath/2007/PartnerControls"/>
    </lcf76f155ced4ddcb4097134ff3c332f>
    <TaxCatchAll xmlns="894a5da7-fccd-402d-80f6-48d76663787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49AA48F23D8D849AF95377B62DCDA4A" ma:contentTypeVersion="15" ma:contentTypeDescription="Create a new document." ma:contentTypeScope="" ma:versionID="2cc07921c7d6678cd00b0dd4ced0477d">
  <xsd:schema xmlns:xsd="http://www.w3.org/2001/XMLSchema" xmlns:xs="http://www.w3.org/2001/XMLSchema" xmlns:p="http://schemas.microsoft.com/office/2006/metadata/properties" xmlns:ns2="4d68da5b-6064-4e82-b2df-f3bd25b86a10" xmlns:ns3="894a5da7-fccd-402d-80f6-48d766637872" targetNamespace="http://schemas.microsoft.com/office/2006/metadata/properties" ma:root="true" ma:fieldsID="78945e6fb079894a01bf2c326d13ff57" ns2:_="" ns3:_="">
    <xsd:import namespace="4d68da5b-6064-4e82-b2df-f3bd25b86a10"/>
    <xsd:import namespace="894a5da7-fccd-402d-80f6-48d76663787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68da5b-6064-4e82-b2df-f3bd25b86a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1b93801-a739-446d-9bd1-bafd2f7236e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94a5da7-fccd-402d-80f6-48d76663787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c4635d28-05d1-4394-9cfe-e4024ccb344a}" ma:internalName="TaxCatchAll" ma:showField="CatchAllData" ma:web="894a5da7-fccd-402d-80f6-48d76663787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BBSettings xmlns="http://schemas.bloomberg.com/settings/1.0">
  <Item name="DocumentId_Charts">{B35D8E1B-6700-4BDD-A219-48AB12400EBD}</Item>
  <Item xmlns="" name="ShapesMap_Charts">{"{B35D8E1B-6700-4BDD-A219-48AB12400EBD}":{"2147481368":{},"2147481369":{},"2147481370":{},"2147481371":{},"262":{},"307":{},"317":{}}}</Item>
</BBSetting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0004865-3133-4920-9C2A-91B7A532BA73}">
  <ds:schemaRefs>
    <ds:schemaRef ds:uri="http://purl.org/dc/terms/"/>
    <ds:schemaRef ds:uri="http://www.w3.org/XML/1998/namespace"/>
    <ds:schemaRef ds:uri="http://purl.org/dc/dcmitype/"/>
    <ds:schemaRef ds:uri="http://purl.org/dc/elements/1.1/"/>
    <ds:schemaRef ds:uri="http://schemas.microsoft.com/office/2006/documentManagement/types"/>
    <ds:schemaRef ds:uri="http://schemas.microsoft.com/office/infopath/2007/PartnerControls"/>
    <ds:schemaRef ds:uri="http://schemas.microsoft.com/office/2006/metadata/properties"/>
    <ds:schemaRef ds:uri="894a5da7-fccd-402d-80f6-48d766637872"/>
    <ds:schemaRef ds:uri="http://schemas.openxmlformats.org/package/2006/metadata/core-properties"/>
    <ds:schemaRef ds:uri="4d68da5b-6064-4e82-b2df-f3bd25b86a10"/>
  </ds:schemaRefs>
</ds:datastoreItem>
</file>

<file path=customXml/itemProps2.xml><?xml version="1.0" encoding="utf-8"?>
<ds:datastoreItem xmlns:ds="http://schemas.openxmlformats.org/officeDocument/2006/customXml" ds:itemID="{A881269D-6B24-4936-BA57-F7BA8C4BE68D}">
  <ds:schemaRefs>
    <ds:schemaRef ds:uri="4d68da5b-6064-4e82-b2df-f3bd25b86a10"/>
    <ds:schemaRef ds:uri="894a5da7-fccd-402d-80f6-48d76663787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5DEF32E-B06E-494A-8AF9-873A5621D07D}">
  <ds:schemaRefs>
    <ds:schemaRef ds:uri=""/>
    <ds:schemaRef ds:uri="http://schemas.bloomberg.com/settings/1.0"/>
  </ds:schemaRefs>
</ds:datastoreItem>
</file>

<file path=customXml/itemProps4.xml><?xml version="1.0" encoding="utf-8"?>
<ds:datastoreItem xmlns:ds="http://schemas.openxmlformats.org/officeDocument/2006/customXml" ds:itemID="{1F47FACE-0931-4A38-A0DC-DDB13E9470C7}">
  <ds:schemaRefs>
    <ds:schemaRef ds:uri="http://schemas.microsoft.com/sharepoint/v3/contenttype/forms"/>
  </ds:schemaRefs>
</ds:datastoreItem>
</file>

<file path=docMetadata/LabelInfo.xml><?xml version="1.0" encoding="utf-8"?>
<clbl:labelList xmlns:clbl="http://schemas.microsoft.com/office/2020/mipLabelMetadata">
  <clbl:label id="{f790649f-c8aa-4130-8645-07bcd7122ee5}" enabled="1" method="Standard" siteId="{ff77233f-57c4-4863-b78a-fdacb60e99da}" removed="0"/>
</clbl:labelList>
</file>

<file path=docProps/app.xml><?xml version="1.0" encoding="utf-8"?>
<Properties xmlns="http://schemas.openxmlformats.org/officeDocument/2006/extended-properties" xmlns:vt="http://schemas.openxmlformats.org/officeDocument/2006/docPropsVTypes">
  <Template>Carlyle1</Template>
  <TotalTime>2889</TotalTime>
  <Words>926</Words>
  <Application>Microsoft Office PowerPoint</Application>
  <PresentationFormat>Widescreen</PresentationFormat>
  <Paragraphs>57</Paragraphs>
  <Slides>7</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6" baseType="lpstr">
      <vt:lpstr>Arial</vt:lpstr>
      <vt:lpstr>Calibri</vt:lpstr>
      <vt:lpstr>Franklin Gothic Book</vt:lpstr>
      <vt:lpstr>Helvetica</vt:lpstr>
      <vt:lpstr>System Font Regular</vt:lpstr>
      <vt:lpstr>Value Sans Pro Black</vt:lpstr>
      <vt:lpstr>Wingdings</vt:lpstr>
      <vt:lpstr>2025 Fortitude Template</vt:lpstr>
      <vt:lpstr>think-cell Slide</vt:lpstr>
      <vt:lpstr>Executive Summary</vt:lpstr>
      <vt:lpstr>Investment Highlights</vt:lpstr>
      <vt:lpstr>Co-Invest Equity Returns by Reserve Category</vt:lpstr>
      <vt:lpstr>Basic Characteristics</vt:lpstr>
      <vt:lpstr>Asset Summary</vt:lpstr>
      <vt:lpstr>Projected Returns Summary</vt:lpstr>
      <vt:lpstr>Co-Investment Structure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Jinney Kim</dc:creator>
  <cp:lastModifiedBy>Nader</cp:lastModifiedBy>
  <cp:revision>8</cp:revision>
  <dcterms:created xsi:type="dcterms:W3CDTF">2020-08-04T17:44:13Z</dcterms:created>
  <dcterms:modified xsi:type="dcterms:W3CDTF">2025-11-30T21:01:00Z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0x010100C49AA48F23D8D849AF95377B62DCDA4A</vt:lpwstr>
  </property>
  <property fmtid="{D5CDD505-2E9C-101B-9397-08002B2CF9AE}" pid="3" name="MediaServiceImageTags">
    <vt:lpwstr/>
  </property>
  <property fmtid="{D5CDD505-2E9C-101B-9397-08002B2CF9AE}" pid="4" name="MSIP_Label_f790649f-c8aa-4130-8645-07bcd7122ee5_SiteId">
    <vt:lpwstr>ff77233f-57c4-4863-b78a-fdacb60e99da</vt:lpwstr>
  </property>
  <property fmtid="{D5CDD505-2E9C-101B-9397-08002B2CF9AE}" pid="5" name="MSIP_Label_f790649f-c8aa-4130-8645-07bcd7122ee5_ActionId">
    <vt:lpwstr>bbc54a07-66e5-4915-9b3c-7c451fda4fbc</vt:lpwstr>
  </property>
  <property fmtid="{D5CDD505-2E9C-101B-9397-08002B2CF9AE}" pid="6" name="MSIP_Label_f790649f-c8aa-4130-8645-07bcd7122ee5_Name">
    <vt:lpwstr>Class 2</vt:lpwstr>
  </property>
  <property fmtid="{D5CDD505-2E9C-101B-9397-08002B2CF9AE}" pid="7" name="MSIP_Label_f790649f-c8aa-4130-8645-07bcd7122ee5_SetDate">
    <vt:lpwstr>2024-05-06T13:21:07Z</vt:lpwstr>
  </property>
  <property fmtid="{D5CDD505-2E9C-101B-9397-08002B2CF9AE}" pid="8" name="MSIP_Label_f790649f-c8aa-4130-8645-07bcd7122ee5_Enabled">
    <vt:lpwstr>true</vt:lpwstr>
  </property>
  <property fmtid="{D5CDD505-2E9C-101B-9397-08002B2CF9AE}" pid="9" name="MSIP_Label_f790649f-c8aa-4130-8645-07bcd7122ee5_ContentBits">
    <vt:lpwstr>0</vt:lpwstr>
  </property>
  <property fmtid="{D5CDD505-2E9C-101B-9397-08002B2CF9AE}" pid="10" name="MSIP_Label_f790649f-c8aa-4130-8645-07bcd7122ee5_Method">
    <vt:lpwstr>Standard</vt:lpwstr>
  </property>
</Properties>
</file>